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D40875-1D46-430B-85A0-701BBAAACF0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C9A40A2-66F6-4DEF-B19B-350FFE1E9B7F}">
      <dgm:prSet/>
      <dgm:spPr/>
      <dgm:t>
        <a:bodyPr/>
        <a:lstStyle/>
        <a:p>
          <a:r>
            <a:rPr lang="en-US"/>
            <a:t>1.) The user </a:t>
          </a:r>
          <a:r>
            <a:rPr lang="en-US" b="1"/>
            <a:t>SHALL </a:t>
          </a:r>
          <a:r>
            <a:rPr lang="en-US"/>
            <a:t> be able to access the web app from their browser of choice by entering in an URL.</a:t>
          </a:r>
        </a:p>
      </dgm:t>
    </dgm:pt>
    <dgm:pt modelId="{6C2E6BFA-CC99-4E62-AE2E-ABA829CFA89C}" type="parTrans" cxnId="{6B1DB437-533C-4800-8124-AE6163E1EA8B}">
      <dgm:prSet/>
      <dgm:spPr/>
      <dgm:t>
        <a:bodyPr/>
        <a:lstStyle/>
        <a:p>
          <a:endParaRPr lang="en-US"/>
        </a:p>
      </dgm:t>
    </dgm:pt>
    <dgm:pt modelId="{83C20056-2838-48EC-A8AB-F5A85C53D9E3}" type="sibTrans" cxnId="{6B1DB437-533C-4800-8124-AE6163E1EA8B}">
      <dgm:prSet/>
      <dgm:spPr/>
      <dgm:t>
        <a:bodyPr/>
        <a:lstStyle/>
        <a:p>
          <a:endParaRPr lang="en-US"/>
        </a:p>
      </dgm:t>
    </dgm:pt>
    <dgm:pt modelId="{665A5D9D-F6F4-487D-927A-2AB3F657A4A2}">
      <dgm:prSet/>
      <dgm:spPr/>
      <dgm:t>
        <a:bodyPr/>
        <a:lstStyle/>
        <a:p>
          <a:r>
            <a:rPr lang="en-US"/>
            <a:t>2.) The user </a:t>
          </a:r>
          <a:r>
            <a:rPr lang="en-US" b="1"/>
            <a:t>SHALL </a:t>
          </a:r>
          <a:r>
            <a:rPr lang="en-US"/>
            <a:t>be prompted for a login or create account option.</a:t>
          </a:r>
        </a:p>
      </dgm:t>
    </dgm:pt>
    <dgm:pt modelId="{C13F51EA-F760-42BE-8A49-711795827DD5}" type="parTrans" cxnId="{44FEA155-3943-4B8F-BF7B-54FC7BC55F5D}">
      <dgm:prSet/>
      <dgm:spPr/>
      <dgm:t>
        <a:bodyPr/>
        <a:lstStyle/>
        <a:p>
          <a:endParaRPr lang="en-US"/>
        </a:p>
      </dgm:t>
    </dgm:pt>
    <dgm:pt modelId="{3EC54428-FF72-457F-AA86-2455E272D590}" type="sibTrans" cxnId="{44FEA155-3943-4B8F-BF7B-54FC7BC55F5D}">
      <dgm:prSet/>
      <dgm:spPr/>
      <dgm:t>
        <a:bodyPr/>
        <a:lstStyle/>
        <a:p>
          <a:endParaRPr lang="en-US"/>
        </a:p>
      </dgm:t>
    </dgm:pt>
    <dgm:pt modelId="{FDFC1193-AF3B-43D5-B0D6-AD66F6E0E2DB}">
      <dgm:prSet/>
      <dgm:spPr/>
      <dgm:t>
        <a:bodyPr/>
        <a:lstStyle/>
        <a:p>
          <a:r>
            <a:rPr lang="en-US"/>
            <a:t>3.) The user </a:t>
          </a:r>
          <a:r>
            <a:rPr lang="en-US" b="1"/>
            <a:t>SHALL </a:t>
          </a:r>
          <a:r>
            <a:rPr lang="en-US"/>
            <a:t>be presented with a file management system after successfully logging in.</a:t>
          </a:r>
        </a:p>
      </dgm:t>
    </dgm:pt>
    <dgm:pt modelId="{E5F523E3-0BBE-47CA-9CCA-B54C126321BC}" type="parTrans" cxnId="{1F43BB63-D4DC-4E9E-9335-233CAC496163}">
      <dgm:prSet/>
      <dgm:spPr/>
      <dgm:t>
        <a:bodyPr/>
        <a:lstStyle/>
        <a:p>
          <a:endParaRPr lang="en-US"/>
        </a:p>
      </dgm:t>
    </dgm:pt>
    <dgm:pt modelId="{44E7662F-AF42-4495-B370-9BE02B0DB8D4}" type="sibTrans" cxnId="{1F43BB63-D4DC-4E9E-9335-233CAC496163}">
      <dgm:prSet/>
      <dgm:spPr/>
      <dgm:t>
        <a:bodyPr/>
        <a:lstStyle/>
        <a:p>
          <a:endParaRPr lang="en-US"/>
        </a:p>
      </dgm:t>
    </dgm:pt>
    <dgm:pt modelId="{20A157CC-EDBC-4602-9189-625C1EFE38F6}">
      <dgm:prSet/>
      <dgm:spPr/>
      <dgm:t>
        <a:bodyPr/>
        <a:lstStyle/>
        <a:p>
          <a:r>
            <a:rPr lang="en-US"/>
            <a:t>4.) The user </a:t>
          </a:r>
          <a:r>
            <a:rPr lang="en-US" b="1"/>
            <a:t>SHALL </a:t>
          </a:r>
          <a:r>
            <a:rPr lang="en-US"/>
            <a:t>be able to upload files in the file management system.</a:t>
          </a:r>
        </a:p>
      </dgm:t>
    </dgm:pt>
    <dgm:pt modelId="{71DB4E1E-7DCD-489B-9DC8-31D531B1DF8A}" type="parTrans" cxnId="{949A22DD-57A0-4B29-B450-D55442EF3C08}">
      <dgm:prSet/>
      <dgm:spPr/>
      <dgm:t>
        <a:bodyPr/>
        <a:lstStyle/>
        <a:p>
          <a:endParaRPr lang="en-US"/>
        </a:p>
      </dgm:t>
    </dgm:pt>
    <dgm:pt modelId="{7A4110C0-A82E-4C3C-8523-21C55461601B}" type="sibTrans" cxnId="{949A22DD-57A0-4B29-B450-D55442EF3C08}">
      <dgm:prSet/>
      <dgm:spPr/>
      <dgm:t>
        <a:bodyPr/>
        <a:lstStyle/>
        <a:p>
          <a:endParaRPr lang="en-US"/>
        </a:p>
      </dgm:t>
    </dgm:pt>
    <dgm:pt modelId="{2A0291FD-037C-482F-9D05-86A093432E2B}">
      <dgm:prSet/>
      <dgm:spPr/>
      <dgm:t>
        <a:bodyPr/>
        <a:lstStyle/>
        <a:p>
          <a:r>
            <a:rPr lang="en-US"/>
            <a:t>5.) The user </a:t>
          </a:r>
          <a:r>
            <a:rPr lang="en-US" b="1"/>
            <a:t>SHALL </a:t>
          </a:r>
          <a:r>
            <a:rPr lang="en-US"/>
            <a:t>be able to share directories or folders.</a:t>
          </a:r>
        </a:p>
      </dgm:t>
    </dgm:pt>
    <dgm:pt modelId="{301AE733-B369-4C92-BA69-3A56AFEEC2AC}" type="parTrans" cxnId="{49D5201F-101B-423E-9F22-6D7926D7781D}">
      <dgm:prSet/>
      <dgm:spPr/>
      <dgm:t>
        <a:bodyPr/>
        <a:lstStyle/>
        <a:p>
          <a:endParaRPr lang="en-US"/>
        </a:p>
      </dgm:t>
    </dgm:pt>
    <dgm:pt modelId="{0203C3F6-E126-4C7D-BEFE-B0B4661BB5C5}" type="sibTrans" cxnId="{49D5201F-101B-423E-9F22-6D7926D7781D}">
      <dgm:prSet/>
      <dgm:spPr/>
      <dgm:t>
        <a:bodyPr/>
        <a:lstStyle/>
        <a:p>
          <a:endParaRPr lang="en-US"/>
        </a:p>
      </dgm:t>
    </dgm:pt>
    <dgm:pt modelId="{705F020A-5A7C-42CD-9DBD-0364D294F1B9}" type="pres">
      <dgm:prSet presAssocID="{84D40875-1D46-430B-85A0-701BBAAACF02}" presName="vert0" presStyleCnt="0">
        <dgm:presLayoutVars>
          <dgm:dir/>
          <dgm:animOne val="branch"/>
          <dgm:animLvl val="lvl"/>
        </dgm:presLayoutVars>
      </dgm:prSet>
      <dgm:spPr/>
    </dgm:pt>
    <dgm:pt modelId="{6B557921-DDF5-4B78-B8F1-DC60D82C6F8F}" type="pres">
      <dgm:prSet presAssocID="{1C9A40A2-66F6-4DEF-B19B-350FFE1E9B7F}" presName="thickLine" presStyleLbl="alignNode1" presStyleIdx="0" presStyleCnt="5"/>
      <dgm:spPr/>
    </dgm:pt>
    <dgm:pt modelId="{3C762E76-7A78-440D-B402-1796C97546A2}" type="pres">
      <dgm:prSet presAssocID="{1C9A40A2-66F6-4DEF-B19B-350FFE1E9B7F}" presName="horz1" presStyleCnt="0"/>
      <dgm:spPr/>
    </dgm:pt>
    <dgm:pt modelId="{84C3CC10-0F29-406C-B68D-2CEAABDAC68F}" type="pres">
      <dgm:prSet presAssocID="{1C9A40A2-66F6-4DEF-B19B-350FFE1E9B7F}" presName="tx1" presStyleLbl="revTx" presStyleIdx="0" presStyleCnt="5"/>
      <dgm:spPr/>
    </dgm:pt>
    <dgm:pt modelId="{5B45CA8F-4F8E-4DF8-9E7A-297D349FE527}" type="pres">
      <dgm:prSet presAssocID="{1C9A40A2-66F6-4DEF-B19B-350FFE1E9B7F}" presName="vert1" presStyleCnt="0"/>
      <dgm:spPr/>
    </dgm:pt>
    <dgm:pt modelId="{0F184F48-C239-40F9-A03F-EAC26726A640}" type="pres">
      <dgm:prSet presAssocID="{665A5D9D-F6F4-487D-927A-2AB3F657A4A2}" presName="thickLine" presStyleLbl="alignNode1" presStyleIdx="1" presStyleCnt="5"/>
      <dgm:spPr/>
    </dgm:pt>
    <dgm:pt modelId="{BA6B0A89-358D-4607-AD84-F72BB63058E7}" type="pres">
      <dgm:prSet presAssocID="{665A5D9D-F6F4-487D-927A-2AB3F657A4A2}" presName="horz1" presStyleCnt="0"/>
      <dgm:spPr/>
    </dgm:pt>
    <dgm:pt modelId="{13B6E449-EFA8-4B57-893E-2DCA0A0538FF}" type="pres">
      <dgm:prSet presAssocID="{665A5D9D-F6F4-487D-927A-2AB3F657A4A2}" presName="tx1" presStyleLbl="revTx" presStyleIdx="1" presStyleCnt="5"/>
      <dgm:spPr/>
    </dgm:pt>
    <dgm:pt modelId="{E489D082-2CAE-4EEF-85AD-4FD297A458C8}" type="pres">
      <dgm:prSet presAssocID="{665A5D9D-F6F4-487D-927A-2AB3F657A4A2}" presName="vert1" presStyleCnt="0"/>
      <dgm:spPr/>
    </dgm:pt>
    <dgm:pt modelId="{2E86873B-F83C-4357-9709-AFC1A20BF91B}" type="pres">
      <dgm:prSet presAssocID="{FDFC1193-AF3B-43D5-B0D6-AD66F6E0E2DB}" presName="thickLine" presStyleLbl="alignNode1" presStyleIdx="2" presStyleCnt="5"/>
      <dgm:spPr/>
    </dgm:pt>
    <dgm:pt modelId="{9C7E9F25-383C-4AB4-AABE-B8535F992CD7}" type="pres">
      <dgm:prSet presAssocID="{FDFC1193-AF3B-43D5-B0D6-AD66F6E0E2DB}" presName="horz1" presStyleCnt="0"/>
      <dgm:spPr/>
    </dgm:pt>
    <dgm:pt modelId="{3FB2BFE3-7CC7-4DDB-B24E-415334BEABC3}" type="pres">
      <dgm:prSet presAssocID="{FDFC1193-AF3B-43D5-B0D6-AD66F6E0E2DB}" presName="tx1" presStyleLbl="revTx" presStyleIdx="2" presStyleCnt="5"/>
      <dgm:spPr/>
    </dgm:pt>
    <dgm:pt modelId="{F0604F59-174D-4A64-8799-B71D7C905CBF}" type="pres">
      <dgm:prSet presAssocID="{FDFC1193-AF3B-43D5-B0D6-AD66F6E0E2DB}" presName="vert1" presStyleCnt="0"/>
      <dgm:spPr/>
    </dgm:pt>
    <dgm:pt modelId="{C7816B04-1994-46A5-B579-E636E9BEDD5B}" type="pres">
      <dgm:prSet presAssocID="{20A157CC-EDBC-4602-9189-625C1EFE38F6}" presName="thickLine" presStyleLbl="alignNode1" presStyleIdx="3" presStyleCnt="5"/>
      <dgm:spPr/>
    </dgm:pt>
    <dgm:pt modelId="{16190E49-8F3C-49A5-9ECD-D12556A177D6}" type="pres">
      <dgm:prSet presAssocID="{20A157CC-EDBC-4602-9189-625C1EFE38F6}" presName="horz1" presStyleCnt="0"/>
      <dgm:spPr/>
    </dgm:pt>
    <dgm:pt modelId="{BFEE9B3C-80A3-4B37-8D92-424CFF9A7F8D}" type="pres">
      <dgm:prSet presAssocID="{20A157CC-EDBC-4602-9189-625C1EFE38F6}" presName="tx1" presStyleLbl="revTx" presStyleIdx="3" presStyleCnt="5"/>
      <dgm:spPr/>
    </dgm:pt>
    <dgm:pt modelId="{C7586997-2433-43E7-90BF-83A66CDF964B}" type="pres">
      <dgm:prSet presAssocID="{20A157CC-EDBC-4602-9189-625C1EFE38F6}" presName="vert1" presStyleCnt="0"/>
      <dgm:spPr/>
    </dgm:pt>
    <dgm:pt modelId="{2E9D8246-8CE1-408E-8592-D265100CC980}" type="pres">
      <dgm:prSet presAssocID="{2A0291FD-037C-482F-9D05-86A093432E2B}" presName="thickLine" presStyleLbl="alignNode1" presStyleIdx="4" presStyleCnt="5"/>
      <dgm:spPr/>
    </dgm:pt>
    <dgm:pt modelId="{8DBE85B5-ACAD-4514-9C07-73BA911B2E7D}" type="pres">
      <dgm:prSet presAssocID="{2A0291FD-037C-482F-9D05-86A093432E2B}" presName="horz1" presStyleCnt="0"/>
      <dgm:spPr/>
    </dgm:pt>
    <dgm:pt modelId="{D194CA81-9E3E-48EA-9192-4A9C4D35FF01}" type="pres">
      <dgm:prSet presAssocID="{2A0291FD-037C-482F-9D05-86A093432E2B}" presName="tx1" presStyleLbl="revTx" presStyleIdx="4" presStyleCnt="5"/>
      <dgm:spPr/>
    </dgm:pt>
    <dgm:pt modelId="{AFEA51C9-8E50-45B7-9D4E-8A79F6FCF8B5}" type="pres">
      <dgm:prSet presAssocID="{2A0291FD-037C-482F-9D05-86A093432E2B}" presName="vert1" presStyleCnt="0"/>
      <dgm:spPr/>
    </dgm:pt>
  </dgm:ptLst>
  <dgm:cxnLst>
    <dgm:cxn modelId="{49D5201F-101B-423E-9F22-6D7926D7781D}" srcId="{84D40875-1D46-430B-85A0-701BBAAACF02}" destId="{2A0291FD-037C-482F-9D05-86A093432E2B}" srcOrd="4" destOrd="0" parTransId="{301AE733-B369-4C92-BA69-3A56AFEEC2AC}" sibTransId="{0203C3F6-E126-4C7D-BEFE-B0B4661BB5C5}"/>
    <dgm:cxn modelId="{6B1DB437-533C-4800-8124-AE6163E1EA8B}" srcId="{84D40875-1D46-430B-85A0-701BBAAACF02}" destId="{1C9A40A2-66F6-4DEF-B19B-350FFE1E9B7F}" srcOrd="0" destOrd="0" parTransId="{6C2E6BFA-CC99-4E62-AE2E-ABA829CFA89C}" sibTransId="{83C20056-2838-48EC-A8AB-F5A85C53D9E3}"/>
    <dgm:cxn modelId="{ED56173D-65CE-41AC-B378-F91C86CBCA4F}" type="presOf" srcId="{1C9A40A2-66F6-4DEF-B19B-350FFE1E9B7F}" destId="{84C3CC10-0F29-406C-B68D-2CEAABDAC68F}" srcOrd="0" destOrd="0" presId="urn:microsoft.com/office/officeart/2008/layout/LinedList"/>
    <dgm:cxn modelId="{1F43BB63-D4DC-4E9E-9335-233CAC496163}" srcId="{84D40875-1D46-430B-85A0-701BBAAACF02}" destId="{FDFC1193-AF3B-43D5-B0D6-AD66F6E0E2DB}" srcOrd="2" destOrd="0" parTransId="{E5F523E3-0BBE-47CA-9CCA-B54C126321BC}" sibTransId="{44E7662F-AF42-4495-B370-9BE02B0DB8D4}"/>
    <dgm:cxn modelId="{23548851-1E87-4766-98B2-EB6C3D5B571B}" type="presOf" srcId="{2A0291FD-037C-482F-9D05-86A093432E2B}" destId="{D194CA81-9E3E-48EA-9192-4A9C4D35FF01}" srcOrd="0" destOrd="0" presId="urn:microsoft.com/office/officeart/2008/layout/LinedList"/>
    <dgm:cxn modelId="{44FEA155-3943-4B8F-BF7B-54FC7BC55F5D}" srcId="{84D40875-1D46-430B-85A0-701BBAAACF02}" destId="{665A5D9D-F6F4-487D-927A-2AB3F657A4A2}" srcOrd="1" destOrd="0" parTransId="{C13F51EA-F760-42BE-8A49-711795827DD5}" sibTransId="{3EC54428-FF72-457F-AA86-2455E272D590}"/>
    <dgm:cxn modelId="{0859927B-2D88-4BD1-88FF-EF3960992B9A}" type="presOf" srcId="{FDFC1193-AF3B-43D5-B0D6-AD66F6E0E2DB}" destId="{3FB2BFE3-7CC7-4DDB-B24E-415334BEABC3}" srcOrd="0" destOrd="0" presId="urn:microsoft.com/office/officeart/2008/layout/LinedList"/>
    <dgm:cxn modelId="{3E2BCAD8-A718-4E3E-B8BD-870AEEC6A91C}" type="presOf" srcId="{665A5D9D-F6F4-487D-927A-2AB3F657A4A2}" destId="{13B6E449-EFA8-4B57-893E-2DCA0A0538FF}" srcOrd="0" destOrd="0" presId="urn:microsoft.com/office/officeart/2008/layout/LinedList"/>
    <dgm:cxn modelId="{949A22DD-57A0-4B29-B450-D55442EF3C08}" srcId="{84D40875-1D46-430B-85A0-701BBAAACF02}" destId="{20A157CC-EDBC-4602-9189-625C1EFE38F6}" srcOrd="3" destOrd="0" parTransId="{71DB4E1E-7DCD-489B-9DC8-31D531B1DF8A}" sibTransId="{7A4110C0-A82E-4C3C-8523-21C55461601B}"/>
    <dgm:cxn modelId="{8A8F6EDD-80F7-49F3-997F-59B7EDE7B045}" type="presOf" srcId="{20A157CC-EDBC-4602-9189-625C1EFE38F6}" destId="{BFEE9B3C-80A3-4B37-8D92-424CFF9A7F8D}" srcOrd="0" destOrd="0" presId="urn:microsoft.com/office/officeart/2008/layout/LinedList"/>
    <dgm:cxn modelId="{B5A02DED-2C2B-4FA7-A334-5FD17EC98B00}" type="presOf" srcId="{84D40875-1D46-430B-85A0-701BBAAACF02}" destId="{705F020A-5A7C-42CD-9DBD-0364D294F1B9}" srcOrd="0" destOrd="0" presId="urn:microsoft.com/office/officeart/2008/layout/LinedList"/>
    <dgm:cxn modelId="{66FACA81-E574-476A-A36A-BE10D52D6B9F}" type="presParOf" srcId="{705F020A-5A7C-42CD-9DBD-0364D294F1B9}" destId="{6B557921-DDF5-4B78-B8F1-DC60D82C6F8F}" srcOrd="0" destOrd="0" presId="urn:microsoft.com/office/officeart/2008/layout/LinedList"/>
    <dgm:cxn modelId="{63FE816F-8A89-4571-A461-516FDA97C32F}" type="presParOf" srcId="{705F020A-5A7C-42CD-9DBD-0364D294F1B9}" destId="{3C762E76-7A78-440D-B402-1796C97546A2}" srcOrd="1" destOrd="0" presId="urn:microsoft.com/office/officeart/2008/layout/LinedList"/>
    <dgm:cxn modelId="{EE7E12CC-3398-4ABB-8F66-76C45DBB120B}" type="presParOf" srcId="{3C762E76-7A78-440D-B402-1796C97546A2}" destId="{84C3CC10-0F29-406C-B68D-2CEAABDAC68F}" srcOrd="0" destOrd="0" presId="urn:microsoft.com/office/officeart/2008/layout/LinedList"/>
    <dgm:cxn modelId="{1564987C-E32E-4709-BD75-C4683D36364C}" type="presParOf" srcId="{3C762E76-7A78-440D-B402-1796C97546A2}" destId="{5B45CA8F-4F8E-4DF8-9E7A-297D349FE527}" srcOrd="1" destOrd="0" presId="urn:microsoft.com/office/officeart/2008/layout/LinedList"/>
    <dgm:cxn modelId="{EB992192-92B5-444F-ACC3-C4BF9830237D}" type="presParOf" srcId="{705F020A-5A7C-42CD-9DBD-0364D294F1B9}" destId="{0F184F48-C239-40F9-A03F-EAC26726A640}" srcOrd="2" destOrd="0" presId="urn:microsoft.com/office/officeart/2008/layout/LinedList"/>
    <dgm:cxn modelId="{D589D2CB-DA2B-4E2B-B4BE-96BA03995A57}" type="presParOf" srcId="{705F020A-5A7C-42CD-9DBD-0364D294F1B9}" destId="{BA6B0A89-358D-4607-AD84-F72BB63058E7}" srcOrd="3" destOrd="0" presId="urn:microsoft.com/office/officeart/2008/layout/LinedList"/>
    <dgm:cxn modelId="{432C1671-9AF6-4B59-A057-0B18EBB30B74}" type="presParOf" srcId="{BA6B0A89-358D-4607-AD84-F72BB63058E7}" destId="{13B6E449-EFA8-4B57-893E-2DCA0A0538FF}" srcOrd="0" destOrd="0" presId="urn:microsoft.com/office/officeart/2008/layout/LinedList"/>
    <dgm:cxn modelId="{D6B0EACE-B256-457A-9346-F9FF2C8BAFCA}" type="presParOf" srcId="{BA6B0A89-358D-4607-AD84-F72BB63058E7}" destId="{E489D082-2CAE-4EEF-85AD-4FD297A458C8}" srcOrd="1" destOrd="0" presId="urn:microsoft.com/office/officeart/2008/layout/LinedList"/>
    <dgm:cxn modelId="{9294BBAE-98CA-4A0C-8897-49BB964D3DD0}" type="presParOf" srcId="{705F020A-5A7C-42CD-9DBD-0364D294F1B9}" destId="{2E86873B-F83C-4357-9709-AFC1A20BF91B}" srcOrd="4" destOrd="0" presId="urn:microsoft.com/office/officeart/2008/layout/LinedList"/>
    <dgm:cxn modelId="{58DE12F1-4F39-41F0-85BC-30453E555455}" type="presParOf" srcId="{705F020A-5A7C-42CD-9DBD-0364D294F1B9}" destId="{9C7E9F25-383C-4AB4-AABE-B8535F992CD7}" srcOrd="5" destOrd="0" presId="urn:microsoft.com/office/officeart/2008/layout/LinedList"/>
    <dgm:cxn modelId="{584C14F4-9332-4C41-B612-7E4B8773C2E7}" type="presParOf" srcId="{9C7E9F25-383C-4AB4-AABE-B8535F992CD7}" destId="{3FB2BFE3-7CC7-4DDB-B24E-415334BEABC3}" srcOrd="0" destOrd="0" presId="urn:microsoft.com/office/officeart/2008/layout/LinedList"/>
    <dgm:cxn modelId="{73D81839-0B72-469F-AB97-AF11C66E3172}" type="presParOf" srcId="{9C7E9F25-383C-4AB4-AABE-B8535F992CD7}" destId="{F0604F59-174D-4A64-8799-B71D7C905CBF}" srcOrd="1" destOrd="0" presId="urn:microsoft.com/office/officeart/2008/layout/LinedList"/>
    <dgm:cxn modelId="{92083823-2CED-460A-B3F0-ADD1F3BE6A65}" type="presParOf" srcId="{705F020A-5A7C-42CD-9DBD-0364D294F1B9}" destId="{C7816B04-1994-46A5-B579-E636E9BEDD5B}" srcOrd="6" destOrd="0" presId="urn:microsoft.com/office/officeart/2008/layout/LinedList"/>
    <dgm:cxn modelId="{7F7EE67E-A0C7-4214-8544-069B66ECF0DC}" type="presParOf" srcId="{705F020A-5A7C-42CD-9DBD-0364D294F1B9}" destId="{16190E49-8F3C-49A5-9ECD-D12556A177D6}" srcOrd="7" destOrd="0" presId="urn:microsoft.com/office/officeart/2008/layout/LinedList"/>
    <dgm:cxn modelId="{4A66B664-A92F-4763-9924-95290EE6F9C1}" type="presParOf" srcId="{16190E49-8F3C-49A5-9ECD-D12556A177D6}" destId="{BFEE9B3C-80A3-4B37-8D92-424CFF9A7F8D}" srcOrd="0" destOrd="0" presId="urn:microsoft.com/office/officeart/2008/layout/LinedList"/>
    <dgm:cxn modelId="{6B7B81BB-9EA4-412B-B320-56031C2D32DD}" type="presParOf" srcId="{16190E49-8F3C-49A5-9ECD-D12556A177D6}" destId="{C7586997-2433-43E7-90BF-83A66CDF964B}" srcOrd="1" destOrd="0" presId="urn:microsoft.com/office/officeart/2008/layout/LinedList"/>
    <dgm:cxn modelId="{0D0AE4DF-D877-4BBD-9AB5-A8EDB2F04465}" type="presParOf" srcId="{705F020A-5A7C-42CD-9DBD-0364D294F1B9}" destId="{2E9D8246-8CE1-408E-8592-D265100CC980}" srcOrd="8" destOrd="0" presId="urn:microsoft.com/office/officeart/2008/layout/LinedList"/>
    <dgm:cxn modelId="{B35F2696-A494-434C-BFA9-8E0243DBC988}" type="presParOf" srcId="{705F020A-5A7C-42CD-9DBD-0364D294F1B9}" destId="{8DBE85B5-ACAD-4514-9C07-73BA911B2E7D}" srcOrd="9" destOrd="0" presId="urn:microsoft.com/office/officeart/2008/layout/LinedList"/>
    <dgm:cxn modelId="{3572091B-4574-416E-A27D-F6188AAA34B8}" type="presParOf" srcId="{8DBE85B5-ACAD-4514-9C07-73BA911B2E7D}" destId="{D194CA81-9E3E-48EA-9192-4A9C4D35FF01}" srcOrd="0" destOrd="0" presId="urn:microsoft.com/office/officeart/2008/layout/LinedList"/>
    <dgm:cxn modelId="{6AEC07D1-7638-46E9-A33A-06DA9B89DAF3}" type="presParOf" srcId="{8DBE85B5-ACAD-4514-9C07-73BA911B2E7D}" destId="{AFEA51C9-8E50-45B7-9D4E-8A79F6FCF8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821F6F-2E87-4AFE-8156-696244F46FE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B97060-882E-47B2-A2E0-548416D00ED7}">
      <dgm:prSet/>
      <dgm:spPr/>
      <dgm:t>
        <a:bodyPr/>
        <a:lstStyle/>
        <a:p>
          <a:r>
            <a:rPr lang="en-US"/>
            <a:t>6.) The user </a:t>
          </a:r>
          <a:r>
            <a:rPr lang="en-US" b="1"/>
            <a:t>SHALL </a:t>
          </a:r>
          <a:r>
            <a:rPr lang="en-US"/>
            <a:t>be able to encrypt the files or contents that are being shared in transit.</a:t>
          </a:r>
        </a:p>
      </dgm:t>
    </dgm:pt>
    <dgm:pt modelId="{2F5138F2-4A19-4ECC-B2AB-D05B3EB1CB3E}" type="parTrans" cxnId="{A321D7DB-3D16-429D-9899-69504F9B80CC}">
      <dgm:prSet/>
      <dgm:spPr/>
      <dgm:t>
        <a:bodyPr/>
        <a:lstStyle/>
        <a:p>
          <a:endParaRPr lang="en-US"/>
        </a:p>
      </dgm:t>
    </dgm:pt>
    <dgm:pt modelId="{10424A57-3F08-4FCE-BD64-4AEE34A9F574}" type="sibTrans" cxnId="{A321D7DB-3D16-429D-9899-69504F9B80CC}">
      <dgm:prSet/>
      <dgm:spPr/>
      <dgm:t>
        <a:bodyPr/>
        <a:lstStyle/>
        <a:p>
          <a:endParaRPr lang="en-US"/>
        </a:p>
      </dgm:t>
    </dgm:pt>
    <dgm:pt modelId="{3F39544B-72E4-4A28-A736-2B0D17C36436}">
      <dgm:prSet/>
      <dgm:spPr/>
      <dgm:t>
        <a:bodyPr/>
        <a:lstStyle/>
        <a:p>
          <a:r>
            <a:rPr lang="en-US"/>
            <a:t>7.) The user </a:t>
          </a:r>
          <a:r>
            <a:rPr lang="en-US" b="1"/>
            <a:t>SHALL </a:t>
          </a:r>
          <a:r>
            <a:rPr lang="en-US"/>
            <a:t>be able to decrypt the files once they reach the client.</a:t>
          </a:r>
        </a:p>
      </dgm:t>
    </dgm:pt>
    <dgm:pt modelId="{0A6B238E-684A-418B-B000-E222F236520B}" type="parTrans" cxnId="{8D61079B-EA9C-4503-99A7-DB7295AD53B1}">
      <dgm:prSet/>
      <dgm:spPr/>
      <dgm:t>
        <a:bodyPr/>
        <a:lstStyle/>
        <a:p>
          <a:endParaRPr lang="en-US"/>
        </a:p>
      </dgm:t>
    </dgm:pt>
    <dgm:pt modelId="{701144D8-B9AE-46D8-B7DC-4772045C4CA2}" type="sibTrans" cxnId="{8D61079B-EA9C-4503-99A7-DB7295AD53B1}">
      <dgm:prSet/>
      <dgm:spPr/>
      <dgm:t>
        <a:bodyPr/>
        <a:lstStyle/>
        <a:p>
          <a:endParaRPr lang="en-US"/>
        </a:p>
      </dgm:t>
    </dgm:pt>
    <dgm:pt modelId="{E59475FB-74DA-4C8B-9BBB-C5D4DD78F582}">
      <dgm:prSet/>
      <dgm:spPr/>
      <dgm:t>
        <a:bodyPr/>
        <a:lstStyle/>
        <a:p>
          <a:r>
            <a:rPr lang="en-US"/>
            <a:t>8.) The user </a:t>
          </a:r>
          <a:r>
            <a:rPr lang="en-US" b="1"/>
            <a:t>SHALL </a:t>
          </a:r>
          <a:r>
            <a:rPr lang="en-US"/>
            <a:t>be able to view file information via the web app.</a:t>
          </a:r>
        </a:p>
      </dgm:t>
    </dgm:pt>
    <dgm:pt modelId="{07F9C0A9-01E4-40EF-B940-713E8E3CB3D4}" type="parTrans" cxnId="{BA26A929-9B7E-4D1D-A075-96C39BC04C00}">
      <dgm:prSet/>
      <dgm:spPr/>
      <dgm:t>
        <a:bodyPr/>
        <a:lstStyle/>
        <a:p>
          <a:endParaRPr lang="en-US"/>
        </a:p>
      </dgm:t>
    </dgm:pt>
    <dgm:pt modelId="{8E08F571-42D0-4FC0-BCEC-3C24DF1B5948}" type="sibTrans" cxnId="{BA26A929-9B7E-4D1D-A075-96C39BC04C00}">
      <dgm:prSet/>
      <dgm:spPr/>
      <dgm:t>
        <a:bodyPr/>
        <a:lstStyle/>
        <a:p>
          <a:endParaRPr lang="en-US"/>
        </a:p>
      </dgm:t>
    </dgm:pt>
    <dgm:pt modelId="{71B0FB8D-F4B8-4CE5-8C3B-836A5A677E70}">
      <dgm:prSet/>
      <dgm:spPr/>
      <dgm:t>
        <a:bodyPr/>
        <a:lstStyle/>
        <a:p>
          <a:r>
            <a:rPr lang="en-US"/>
            <a:t>9.) The user </a:t>
          </a:r>
          <a:r>
            <a:rPr lang="en-US" b="1"/>
            <a:t>SHALL </a:t>
          </a:r>
          <a:r>
            <a:rPr lang="en-US"/>
            <a:t>be able to manage properties of files within the system.</a:t>
          </a:r>
        </a:p>
      </dgm:t>
    </dgm:pt>
    <dgm:pt modelId="{E2EA6AFF-BA1A-47AF-AB95-6AEA2AFC1730}" type="parTrans" cxnId="{5A26245E-0921-4862-AD44-14027D7353FE}">
      <dgm:prSet/>
      <dgm:spPr/>
      <dgm:t>
        <a:bodyPr/>
        <a:lstStyle/>
        <a:p>
          <a:endParaRPr lang="en-US"/>
        </a:p>
      </dgm:t>
    </dgm:pt>
    <dgm:pt modelId="{A6DFE8DA-326D-444B-8E55-84B29C1B918B}" type="sibTrans" cxnId="{5A26245E-0921-4862-AD44-14027D7353FE}">
      <dgm:prSet/>
      <dgm:spPr/>
      <dgm:t>
        <a:bodyPr/>
        <a:lstStyle/>
        <a:p>
          <a:endParaRPr lang="en-US"/>
        </a:p>
      </dgm:t>
    </dgm:pt>
    <dgm:pt modelId="{9DB27CAF-0752-48D6-B1FC-F6878B244C3E}">
      <dgm:prSet/>
      <dgm:spPr/>
      <dgm:t>
        <a:bodyPr/>
        <a:lstStyle/>
        <a:p>
          <a:r>
            <a:rPr lang="en-US"/>
            <a:t>10.) The user </a:t>
          </a:r>
          <a:r>
            <a:rPr lang="en-US" b="1"/>
            <a:t>SHALL </a:t>
          </a:r>
          <a:r>
            <a:rPr lang="en-US"/>
            <a:t>be able find files using a search function.</a:t>
          </a:r>
        </a:p>
      </dgm:t>
    </dgm:pt>
    <dgm:pt modelId="{1B96BC6D-7AC3-48B2-ACDC-9D1E655D3404}" type="parTrans" cxnId="{2FAC5E44-E1EB-464C-9D54-8B6F3F48D6CE}">
      <dgm:prSet/>
      <dgm:spPr/>
      <dgm:t>
        <a:bodyPr/>
        <a:lstStyle/>
        <a:p>
          <a:endParaRPr lang="en-US"/>
        </a:p>
      </dgm:t>
    </dgm:pt>
    <dgm:pt modelId="{5C1B6357-F0A8-43A4-AD44-A0205BE8E75F}" type="sibTrans" cxnId="{2FAC5E44-E1EB-464C-9D54-8B6F3F48D6CE}">
      <dgm:prSet/>
      <dgm:spPr/>
      <dgm:t>
        <a:bodyPr/>
        <a:lstStyle/>
        <a:p>
          <a:endParaRPr lang="en-US"/>
        </a:p>
      </dgm:t>
    </dgm:pt>
    <dgm:pt modelId="{05D5BCE0-9095-4837-A603-08CB01035F19}" type="pres">
      <dgm:prSet presAssocID="{E1821F6F-2E87-4AFE-8156-696244F46FEF}" presName="vert0" presStyleCnt="0">
        <dgm:presLayoutVars>
          <dgm:dir/>
          <dgm:animOne val="branch"/>
          <dgm:animLvl val="lvl"/>
        </dgm:presLayoutVars>
      </dgm:prSet>
      <dgm:spPr/>
    </dgm:pt>
    <dgm:pt modelId="{4955A4E0-7E1B-4DC1-9358-6341BFC6A7BC}" type="pres">
      <dgm:prSet presAssocID="{F3B97060-882E-47B2-A2E0-548416D00ED7}" presName="thickLine" presStyleLbl="alignNode1" presStyleIdx="0" presStyleCnt="5"/>
      <dgm:spPr/>
    </dgm:pt>
    <dgm:pt modelId="{0E056E0D-3DAD-471C-A699-F0C3E1A9A772}" type="pres">
      <dgm:prSet presAssocID="{F3B97060-882E-47B2-A2E0-548416D00ED7}" presName="horz1" presStyleCnt="0"/>
      <dgm:spPr/>
    </dgm:pt>
    <dgm:pt modelId="{F2040FEF-BAFE-4EA6-A512-A1EEA9F109FD}" type="pres">
      <dgm:prSet presAssocID="{F3B97060-882E-47B2-A2E0-548416D00ED7}" presName="tx1" presStyleLbl="revTx" presStyleIdx="0" presStyleCnt="5"/>
      <dgm:spPr/>
    </dgm:pt>
    <dgm:pt modelId="{ACBD46F3-562C-4A14-B6D6-5ACD2678E9AE}" type="pres">
      <dgm:prSet presAssocID="{F3B97060-882E-47B2-A2E0-548416D00ED7}" presName="vert1" presStyleCnt="0"/>
      <dgm:spPr/>
    </dgm:pt>
    <dgm:pt modelId="{D2106CD0-29E0-4889-AC0A-0DC2DD6946C2}" type="pres">
      <dgm:prSet presAssocID="{3F39544B-72E4-4A28-A736-2B0D17C36436}" presName="thickLine" presStyleLbl="alignNode1" presStyleIdx="1" presStyleCnt="5"/>
      <dgm:spPr/>
    </dgm:pt>
    <dgm:pt modelId="{F851ECB7-AE6C-4397-A8AD-BD84B99A72B3}" type="pres">
      <dgm:prSet presAssocID="{3F39544B-72E4-4A28-A736-2B0D17C36436}" presName="horz1" presStyleCnt="0"/>
      <dgm:spPr/>
    </dgm:pt>
    <dgm:pt modelId="{88583382-1BF4-4971-B296-32812AAC98CF}" type="pres">
      <dgm:prSet presAssocID="{3F39544B-72E4-4A28-A736-2B0D17C36436}" presName="tx1" presStyleLbl="revTx" presStyleIdx="1" presStyleCnt="5"/>
      <dgm:spPr/>
    </dgm:pt>
    <dgm:pt modelId="{50D6BF15-7F66-4464-8E2B-0DFB183B0615}" type="pres">
      <dgm:prSet presAssocID="{3F39544B-72E4-4A28-A736-2B0D17C36436}" presName="vert1" presStyleCnt="0"/>
      <dgm:spPr/>
    </dgm:pt>
    <dgm:pt modelId="{07EDD198-4E37-47F9-AC0C-06B992990E30}" type="pres">
      <dgm:prSet presAssocID="{E59475FB-74DA-4C8B-9BBB-C5D4DD78F582}" presName="thickLine" presStyleLbl="alignNode1" presStyleIdx="2" presStyleCnt="5"/>
      <dgm:spPr/>
    </dgm:pt>
    <dgm:pt modelId="{069DE6DE-883A-4CEF-ABB8-9FFDDBF6E7E1}" type="pres">
      <dgm:prSet presAssocID="{E59475FB-74DA-4C8B-9BBB-C5D4DD78F582}" presName="horz1" presStyleCnt="0"/>
      <dgm:spPr/>
    </dgm:pt>
    <dgm:pt modelId="{54BA5099-7D0A-4878-A510-1908C1F8CF3D}" type="pres">
      <dgm:prSet presAssocID="{E59475FB-74DA-4C8B-9BBB-C5D4DD78F582}" presName="tx1" presStyleLbl="revTx" presStyleIdx="2" presStyleCnt="5"/>
      <dgm:spPr/>
    </dgm:pt>
    <dgm:pt modelId="{E8A7BDDE-E3CB-4E55-85E7-7A6594367C76}" type="pres">
      <dgm:prSet presAssocID="{E59475FB-74DA-4C8B-9BBB-C5D4DD78F582}" presName="vert1" presStyleCnt="0"/>
      <dgm:spPr/>
    </dgm:pt>
    <dgm:pt modelId="{02620B61-247F-48B7-B726-911DFE13EFC5}" type="pres">
      <dgm:prSet presAssocID="{71B0FB8D-F4B8-4CE5-8C3B-836A5A677E70}" presName="thickLine" presStyleLbl="alignNode1" presStyleIdx="3" presStyleCnt="5"/>
      <dgm:spPr/>
    </dgm:pt>
    <dgm:pt modelId="{197ACC3F-4A2A-487E-9472-7035FBD88B62}" type="pres">
      <dgm:prSet presAssocID="{71B0FB8D-F4B8-4CE5-8C3B-836A5A677E70}" presName="horz1" presStyleCnt="0"/>
      <dgm:spPr/>
    </dgm:pt>
    <dgm:pt modelId="{8482DD0B-7136-42BD-B242-65E65C5B1130}" type="pres">
      <dgm:prSet presAssocID="{71B0FB8D-F4B8-4CE5-8C3B-836A5A677E70}" presName="tx1" presStyleLbl="revTx" presStyleIdx="3" presStyleCnt="5"/>
      <dgm:spPr/>
    </dgm:pt>
    <dgm:pt modelId="{E92D5733-CA60-471E-A1F7-DA8349329362}" type="pres">
      <dgm:prSet presAssocID="{71B0FB8D-F4B8-4CE5-8C3B-836A5A677E70}" presName="vert1" presStyleCnt="0"/>
      <dgm:spPr/>
    </dgm:pt>
    <dgm:pt modelId="{664FB2E4-045A-4673-BD54-D5638E25A8A8}" type="pres">
      <dgm:prSet presAssocID="{9DB27CAF-0752-48D6-B1FC-F6878B244C3E}" presName="thickLine" presStyleLbl="alignNode1" presStyleIdx="4" presStyleCnt="5"/>
      <dgm:spPr/>
    </dgm:pt>
    <dgm:pt modelId="{CAEAC991-7D3E-4AA3-8154-599E1A4AB780}" type="pres">
      <dgm:prSet presAssocID="{9DB27CAF-0752-48D6-B1FC-F6878B244C3E}" presName="horz1" presStyleCnt="0"/>
      <dgm:spPr/>
    </dgm:pt>
    <dgm:pt modelId="{ACE44773-818D-4ACF-BE42-24C76BF340AC}" type="pres">
      <dgm:prSet presAssocID="{9DB27CAF-0752-48D6-B1FC-F6878B244C3E}" presName="tx1" presStyleLbl="revTx" presStyleIdx="4" presStyleCnt="5"/>
      <dgm:spPr/>
    </dgm:pt>
    <dgm:pt modelId="{E999AF37-84D6-4142-A6E8-4DB8883CB6FB}" type="pres">
      <dgm:prSet presAssocID="{9DB27CAF-0752-48D6-B1FC-F6878B244C3E}" presName="vert1" presStyleCnt="0"/>
      <dgm:spPr/>
    </dgm:pt>
  </dgm:ptLst>
  <dgm:cxnLst>
    <dgm:cxn modelId="{278FB218-75C2-4E69-B7AE-70D0F7F96601}" type="presOf" srcId="{E59475FB-74DA-4C8B-9BBB-C5D4DD78F582}" destId="{54BA5099-7D0A-4878-A510-1908C1F8CF3D}" srcOrd="0" destOrd="0" presId="urn:microsoft.com/office/officeart/2008/layout/LinedList"/>
    <dgm:cxn modelId="{BA26A929-9B7E-4D1D-A075-96C39BC04C00}" srcId="{E1821F6F-2E87-4AFE-8156-696244F46FEF}" destId="{E59475FB-74DA-4C8B-9BBB-C5D4DD78F582}" srcOrd="2" destOrd="0" parTransId="{07F9C0A9-01E4-40EF-B940-713E8E3CB3D4}" sibTransId="{8E08F571-42D0-4FC0-BCEC-3C24DF1B5948}"/>
    <dgm:cxn modelId="{5A26245E-0921-4862-AD44-14027D7353FE}" srcId="{E1821F6F-2E87-4AFE-8156-696244F46FEF}" destId="{71B0FB8D-F4B8-4CE5-8C3B-836A5A677E70}" srcOrd="3" destOrd="0" parTransId="{E2EA6AFF-BA1A-47AF-AB95-6AEA2AFC1730}" sibTransId="{A6DFE8DA-326D-444B-8E55-84B29C1B918B}"/>
    <dgm:cxn modelId="{2FAC5E44-E1EB-464C-9D54-8B6F3F48D6CE}" srcId="{E1821F6F-2E87-4AFE-8156-696244F46FEF}" destId="{9DB27CAF-0752-48D6-B1FC-F6878B244C3E}" srcOrd="4" destOrd="0" parTransId="{1B96BC6D-7AC3-48B2-ACDC-9D1E655D3404}" sibTransId="{5C1B6357-F0A8-43A4-AD44-A0205BE8E75F}"/>
    <dgm:cxn modelId="{6473F785-448C-4631-987A-F9F73F7D2716}" type="presOf" srcId="{71B0FB8D-F4B8-4CE5-8C3B-836A5A677E70}" destId="{8482DD0B-7136-42BD-B242-65E65C5B1130}" srcOrd="0" destOrd="0" presId="urn:microsoft.com/office/officeart/2008/layout/LinedList"/>
    <dgm:cxn modelId="{4D55E088-5E85-411E-B249-9F4C63099E03}" type="presOf" srcId="{3F39544B-72E4-4A28-A736-2B0D17C36436}" destId="{88583382-1BF4-4971-B296-32812AAC98CF}" srcOrd="0" destOrd="0" presId="urn:microsoft.com/office/officeart/2008/layout/LinedList"/>
    <dgm:cxn modelId="{84500193-4B5B-4AB5-89D7-D1696C866D7F}" type="presOf" srcId="{E1821F6F-2E87-4AFE-8156-696244F46FEF}" destId="{05D5BCE0-9095-4837-A603-08CB01035F19}" srcOrd="0" destOrd="0" presId="urn:microsoft.com/office/officeart/2008/layout/LinedList"/>
    <dgm:cxn modelId="{8D61079B-EA9C-4503-99A7-DB7295AD53B1}" srcId="{E1821F6F-2E87-4AFE-8156-696244F46FEF}" destId="{3F39544B-72E4-4A28-A736-2B0D17C36436}" srcOrd="1" destOrd="0" parTransId="{0A6B238E-684A-418B-B000-E222F236520B}" sibTransId="{701144D8-B9AE-46D8-B7DC-4772045C4CA2}"/>
    <dgm:cxn modelId="{AA5B07CB-F4B7-464F-95A0-BB17C97C9F91}" type="presOf" srcId="{9DB27CAF-0752-48D6-B1FC-F6878B244C3E}" destId="{ACE44773-818D-4ACF-BE42-24C76BF340AC}" srcOrd="0" destOrd="0" presId="urn:microsoft.com/office/officeart/2008/layout/LinedList"/>
    <dgm:cxn modelId="{0AEC84D2-E98E-4BDD-B7FC-93BC73F43BFD}" type="presOf" srcId="{F3B97060-882E-47B2-A2E0-548416D00ED7}" destId="{F2040FEF-BAFE-4EA6-A512-A1EEA9F109FD}" srcOrd="0" destOrd="0" presId="urn:microsoft.com/office/officeart/2008/layout/LinedList"/>
    <dgm:cxn modelId="{A321D7DB-3D16-429D-9899-69504F9B80CC}" srcId="{E1821F6F-2E87-4AFE-8156-696244F46FEF}" destId="{F3B97060-882E-47B2-A2E0-548416D00ED7}" srcOrd="0" destOrd="0" parTransId="{2F5138F2-4A19-4ECC-B2AB-D05B3EB1CB3E}" sibTransId="{10424A57-3F08-4FCE-BD64-4AEE34A9F574}"/>
    <dgm:cxn modelId="{70FD4699-8DE5-4F78-BF27-F0F3CAF2542E}" type="presParOf" srcId="{05D5BCE0-9095-4837-A603-08CB01035F19}" destId="{4955A4E0-7E1B-4DC1-9358-6341BFC6A7BC}" srcOrd="0" destOrd="0" presId="urn:microsoft.com/office/officeart/2008/layout/LinedList"/>
    <dgm:cxn modelId="{B2EDCE12-B0F0-4A16-9F36-EC002363A8E7}" type="presParOf" srcId="{05D5BCE0-9095-4837-A603-08CB01035F19}" destId="{0E056E0D-3DAD-471C-A699-F0C3E1A9A772}" srcOrd="1" destOrd="0" presId="urn:microsoft.com/office/officeart/2008/layout/LinedList"/>
    <dgm:cxn modelId="{5C57767B-7709-4F9D-A873-52E6AAFB6B0B}" type="presParOf" srcId="{0E056E0D-3DAD-471C-A699-F0C3E1A9A772}" destId="{F2040FEF-BAFE-4EA6-A512-A1EEA9F109FD}" srcOrd="0" destOrd="0" presId="urn:microsoft.com/office/officeart/2008/layout/LinedList"/>
    <dgm:cxn modelId="{A950D4DC-3BE4-44EA-9602-BDB1AA10C423}" type="presParOf" srcId="{0E056E0D-3DAD-471C-A699-F0C3E1A9A772}" destId="{ACBD46F3-562C-4A14-B6D6-5ACD2678E9AE}" srcOrd="1" destOrd="0" presId="urn:microsoft.com/office/officeart/2008/layout/LinedList"/>
    <dgm:cxn modelId="{A7B61988-7545-40E3-9070-0812BD7BFDD2}" type="presParOf" srcId="{05D5BCE0-9095-4837-A603-08CB01035F19}" destId="{D2106CD0-29E0-4889-AC0A-0DC2DD6946C2}" srcOrd="2" destOrd="0" presId="urn:microsoft.com/office/officeart/2008/layout/LinedList"/>
    <dgm:cxn modelId="{E9DD294D-9413-44A0-B024-30FBF84A716D}" type="presParOf" srcId="{05D5BCE0-9095-4837-A603-08CB01035F19}" destId="{F851ECB7-AE6C-4397-A8AD-BD84B99A72B3}" srcOrd="3" destOrd="0" presId="urn:microsoft.com/office/officeart/2008/layout/LinedList"/>
    <dgm:cxn modelId="{CDCF9C58-B6E0-413A-AA99-E1E733DD3E32}" type="presParOf" srcId="{F851ECB7-AE6C-4397-A8AD-BD84B99A72B3}" destId="{88583382-1BF4-4971-B296-32812AAC98CF}" srcOrd="0" destOrd="0" presId="urn:microsoft.com/office/officeart/2008/layout/LinedList"/>
    <dgm:cxn modelId="{E02C84AB-E637-4601-86FA-153850E414D9}" type="presParOf" srcId="{F851ECB7-AE6C-4397-A8AD-BD84B99A72B3}" destId="{50D6BF15-7F66-4464-8E2B-0DFB183B0615}" srcOrd="1" destOrd="0" presId="urn:microsoft.com/office/officeart/2008/layout/LinedList"/>
    <dgm:cxn modelId="{963858DB-E489-489F-8312-272BB866F05A}" type="presParOf" srcId="{05D5BCE0-9095-4837-A603-08CB01035F19}" destId="{07EDD198-4E37-47F9-AC0C-06B992990E30}" srcOrd="4" destOrd="0" presId="urn:microsoft.com/office/officeart/2008/layout/LinedList"/>
    <dgm:cxn modelId="{8A3CA2C8-7053-487A-9243-B8DB9233112B}" type="presParOf" srcId="{05D5BCE0-9095-4837-A603-08CB01035F19}" destId="{069DE6DE-883A-4CEF-ABB8-9FFDDBF6E7E1}" srcOrd="5" destOrd="0" presId="urn:microsoft.com/office/officeart/2008/layout/LinedList"/>
    <dgm:cxn modelId="{65976214-462B-4F5F-BED5-C48626A6710F}" type="presParOf" srcId="{069DE6DE-883A-4CEF-ABB8-9FFDDBF6E7E1}" destId="{54BA5099-7D0A-4878-A510-1908C1F8CF3D}" srcOrd="0" destOrd="0" presId="urn:microsoft.com/office/officeart/2008/layout/LinedList"/>
    <dgm:cxn modelId="{F4FD660C-0585-4D67-9A34-7BA875B7F7AD}" type="presParOf" srcId="{069DE6DE-883A-4CEF-ABB8-9FFDDBF6E7E1}" destId="{E8A7BDDE-E3CB-4E55-85E7-7A6594367C76}" srcOrd="1" destOrd="0" presId="urn:microsoft.com/office/officeart/2008/layout/LinedList"/>
    <dgm:cxn modelId="{21AE5060-A076-4525-8FC1-08BD09E85DA6}" type="presParOf" srcId="{05D5BCE0-9095-4837-A603-08CB01035F19}" destId="{02620B61-247F-48B7-B726-911DFE13EFC5}" srcOrd="6" destOrd="0" presId="urn:microsoft.com/office/officeart/2008/layout/LinedList"/>
    <dgm:cxn modelId="{82706846-4739-4DF0-B6BC-6BBA21CEA687}" type="presParOf" srcId="{05D5BCE0-9095-4837-A603-08CB01035F19}" destId="{197ACC3F-4A2A-487E-9472-7035FBD88B62}" srcOrd="7" destOrd="0" presId="urn:microsoft.com/office/officeart/2008/layout/LinedList"/>
    <dgm:cxn modelId="{A8F0CB6A-79FB-48AB-86C4-2B862C2001F7}" type="presParOf" srcId="{197ACC3F-4A2A-487E-9472-7035FBD88B62}" destId="{8482DD0B-7136-42BD-B242-65E65C5B1130}" srcOrd="0" destOrd="0" presId="urn:microsoft.com/office/officeart/2008/layout/LinedList"/>
    <dgm:cxn modelId="{DB2AEB69-939F-48F2-8A4E-5875342BBE9B}" type="presParOf" srcId="{197ACC3F-4A2A-487E-9472-7035FBD88B62}" destId="{E92D5733-CA60-471E-A1F7-DA8349329362}" srcOrd="1" destOrd="0" presId="urn:microsoft.com/office/officeart/2008/layout/LinedList"/>
    <dgm:cxn modelId="{45DDB66D-63FA-43C2-822D-876014C53914}" type="presParOf" srcId="{05D5BCE0-9095-4837-A603-08CB01035F19}" destId="{664FB2E4-045A-4673-BD54-D5638E25A8A8}" srcOrd="8" destOrd="0" presId="urn:microsoft.com/office/officeart/2008/layout/LinedList"/>
    <dgm:cxn modelId="{FE6ABEAC-6C05-419D-85D2-9E7CFEEE56E8}" type="presParOf" srcId="{05D5BCE0-9095-4837-A603-08CB01035F19}" destId="{CAEAC991-7D3E-4AA3-8154-599E1A4AB780}" srcOrd="9" destOrd="0" presId="urn:microsoft.com/office/officeart/2008/layout/LinedList"/>
    <dgm:cxn modelId="{9C5D2890-A73F-4E67-B71B-841219F1917A}" type="presParOf" srcId="{CAEAC991-7D3E-4AA3-8154-599E1A4AB780}" destId="{ACE44773-818D-4ACF-BE42-24C76BF340AC}" srcOrd="0" destOrd="0" presId="urn:microsoft.com/office/officeart/2008/layout/LinedList"/>
    <dgm:cxn modelId="{BF1838F8-AB0C-454C-8C17-7D63F783B8B6}" type="presParOf" srcId="{CAEAC991-7D3E-4AA3-8154-599E1A4AB780}" destId="{E999AF37-84D6-4142-A6E8-4DB8883CB6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7CD9C9-4F10-4C8C-BEEB-8DC726E0A03A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E972879-4142-4AF0-95ED-7ACE275C756F}">
      <dgm:prSet/>
      <dgm:spPr/>
      <dgm:t>
        <a:bodyPr/>
        <a:lstStyle/>
        <a:p>
          <a:r>
            <a:rPr lang="en-US"/>
            <a:t>11.) The user </a:t>
          </a:r>
          <a:r>
            <a:rPr lang="en-US" b="1"/>
            <a:t>SHALL </a:t>
          </a:r>
          <a:r>
            <a:rPr lang="en-US"/>
            <a:t>be able manage files.</a:t>
          </a:r>
        </a:p>
      </dgm:t>
    </dgm:pt>
    <dgm:pt modelId="{46C5A89B-6DB0-4670-A288-5BB6DC6174B9}" type="parTrans" cxnId="{EB3DAB36-0A0A-4D3C-BF00-5CC44FB99064}">
      <dgm:prSet/>
      <dgm:spPr/>
      <dgm:t>
        <a:bodyPr/>
        <a:lstStyle/>
        <a:p>
          <a:endParaRPr lang="en-US"/>
        </a:p>
      </dgm:t>
    </dgm:pt>
    <dgm:pt modelId="{8487C6E0-0FFF-4E92-83B7-644861C5E4D6}" type="sibTrans" cxnId="{EB3DAB36-0A0A-4D3C-BF00-5CC44FB99064}">
      <dgm:prSet/>
      <dgm:spPr/>
      <dgm:t>
        <a:bodyPr/>
        <a:lstStyle/>
        <a:p>
          <a:endParaRPr lang="en-US"/>
        </a:p>
      </dgm:t>
    </dgm:pt>
    <dgm:pt modelId="{3E2DCA05-F899-41CA-92F1-0EAC6FED94C0}">
      <dgm:prSet/>
      <dgm:spPr/>
      <dgm:t>
        <a:bodyPr/>
        <a:lstStyle/>
        <a:p>
          <a:r>
            <a:rPr lang="en-US"/>
            <a:t>12.) The user </a:t>
          </a:r>
          <a:r>
            <a:rPr lang="en-US" b="1"/>
            <a:t>SHALL </a:t>
          </a:r>
          <a:r>
            <a:rPr lang="en-US"/>
            <a:t>be able to download files.</a:t>
          </a:r>
        </a:p>
      </dgm:t>
    </dgm:pt>
    <dgm:pt modelId="{A700EEC8-DC6E-4C03-87BA-418DB86CFF2E}" type="parTrans" cxnId="{29103275-663D-4E1C-A574-7BFA234AD28A}">
      <dgm:prSet/>
      <dgm:spPr/>
      <dgm:t>
        <a:bodyPr/>
        <a:lstStyle/>
        <a:p>
          <a:endParaRPr lang="en-US"/>
        </a:p>
      </dgm:t>
    </dgm:pt>
    <dgm:pt modelId="{4147BE4B-840A-458B-8EC5-5274734E34D0}" type="sibTrans" cxnId="{29103275-663D-4E1C-A574-7BFA234AD28A}">
      <dgm:prSet/>
      <dgm:spPr/>
      <dgm:t>
        <a:bodyPr/>
        <a:lstStyle/>
        <a:p>
          <a:endParaRPr lang="en-US"/>
        </a:p>
      </dgm:t>
    </dgm:pt>
    <dgm:pt modelId="{248948A2-E13E-421B-8ED6-819857C2C4B4}">
      <dgm:prSet/>
      <dgm:spPr/>
      <dgm:t>
        <a:bodyPr/>
        <a:lstStyle/>
        <a:p>
          <a:r>
            <a:rPr lang="en-US"/>
            <a:t>13.) The user </a:t>
          </a:r>
          <a:r>
            <a:rPr lang="en-US" b="1"/>
            <a:t>SHALL </a:t>
          </a:r>
          <a:r>
            <a:rPr lang="en-US"/>
            <a:t>be able to delete files.</a:t>
          </a:r>
        </a:p>
      </dgm:t>
    </dgm:pt>
    <dgm:pt modelId="{A4D0289E-B9A9-49A2-8058-324B9D0DAC1E}" type="parTrans" cxnId="{1F208931-531B-41F2-9455-14D1D058C85F}">
      <dgm:prSet/>
      <dgm:spPr/>
      <dgm:t>
        <a:bodyPr/>
        <a:lstStyle/>
        <a:p>
          <a:endParaRPr lang="en-US"/>
        </a:p>
      </dgm:t>
    </dgm:pt>
    <dgm:pt modelId="{F5D22002-4F49-4551-9914-6F2FD92AC50B}" type="sibTrans" cxnId="{1F208931-531B-41F2-9455-14D1D058C85F}">
      <dgm:prSet/>
      <dgm:spPr/>
      <dgm:t>
        <a:bodyPr/>
        <a:lstStyle/>
        <a:p>
          <a:endParaRPr lang="en-US"/>
        </a:p>
      </dgm:t>
    </dgm:pt>
    <dgm:pt modelId="{94195F01-F0A7-4338-8694-84E859B79517}">
      <dgm:prSet/>
      <dgm:spPr/>
      <dgm:t>
        <a:bodyPr/>
        <a:lstStyle/>
        <a:p>
          <a:r>
            <a:rPr lang="en-US"/>
            <a:t>14.) The user </a:t>
          </a:r>
          <a:r>
            <a:rPr lang="en-US" b="1"/>
            <a:t>SHALL </a:t>
          </a:r>
          <a:r>
            <a:rPr lang="en-US"/>
            <a:t>be able to share files.</a:t>
          </a:r>
        </a:p>
      </dgm:t>
    </dgm:pt>
    <dgm:pt modelId="{E93737FB-282F-42D4-BECF-519A7703DF66}" type="parTrans" cxnId="{D3360A42-50A2-413B-A26E-DC43AA373A98}">
      <dgm:prSet/>
      <dgm:spPr/>
      <dgm:t>
        <a:bodyPr/>
        <a:lstStyle/>
        <a:p>
          <a:endParaRPr lang="en-US"/>
        </a:p>
      </dgm:t>
    </dgm:pt>
    <dgm:pt modelId="{FA14FADA-E48D-4A5F-899E-64E5B09DE7C5}" type="sibTrans" cxnId="{D3360A42-50A2-413B-A26E-DC43AA373A98}">
      <dgm:prSet/>
      <dgm:spPr/>
      <dgm:t>
        <a:bodyPr/>
        <a:lstStyle/>
        <a:p>
          <a:endParaRPr lang="en-US"/>
        </a:p>
      </dgm:t>
    </dgm:pt>
    <dgm:pt modelId="{409D6048-625E-4B36-9EB8-92DCAB84C2BE}">
      <dgm:prSet/>
      <dgm:spPr/>
      <dgm:t>
        <a:bodyPr/>
        <a:lstStyle/>
        <a:p>
          <a:r>
            <a:rPr lang="en-US" dirty="0"/>
            <a:t>15.) The user </a:t>
          </a:r>
          <a:r>
            <a:rPr lang="en-US" b="1" dirty="0"/>
            <a:t>SHALL </a:t>
          </a:r>
          <a:r>
            <a:rPr lang="en-US" dirty="0"/>
            <a:t>be able to view file details.</a:t>
          </a:r>
        </a:p>
      </dgm:t>
    </dgm:pt>
    <dgm:pt modelId="{9271ADC2-4F92-454B-8720-DF6B80E798F9}" type="parTrans" cxnId="{41250A49-47CC-4C9F-A540-6DFEB9A5D219}">
      <dgm:prSet/>
      <dgm:spPr/>
      <dgm:t>
        <a:bodyPr/>
        <a:lstStyle/>
        <a:p>
          <a:endParaRPr lang="en-US"/>
        </a:p>
      </dgm:t>
    </dgm:pt>
    <dgm:pt modelId="{EE2F8A7E-DED5-4CD5-BBF0-84F24838A283}" type="sibTrans" cxnId="{41250A49-47CC-4C9F-A540-6DFEB9A5D219}">
      <dgm:prSet/>
      <dgm:spPr/>
      <dgm:t>
        <a:bodyPr/>
        <a:lstStyle/>
        <a:p>
          <a:endParaRPr lang="en-US"/>
        </a:p>
      </dgm:t>
    </dgm:pt>
    <dgm:pt modelId="{5F7F53D5-4BB0-4F9E-88D7-8B362BA79F3B}">
      <dgm:prSet/>
      <dgm:spPr/>
      <dgm:t>
        <a:bodyPr/>
        <a:lstStyle/>
        <a:p>
          <a:r>
            <a:rPr lang="en-US" dirty="0"/>
            <a:t>16.) The user </a:t>
          </a:r>
          <a:r>
            <a:rPr lang="en-US" b="1" dirty="0"/>
            <a:t>SHALL </a:t>
          </a:r>
          <a:r>
            <a:rPr lang="en-US" dirty="0"/>
            <a:t>be able to view the location of files.</a:t>
          </a:r>
        </a:p>
      </dgm:t>
    </dgm:pt>
    <dgm:pt modelId="{C7B31387-83B9-4003-96AB-3A3099DFC931}" type="parTrans" cxnId="{EA144936-81D3-47DD-97C7-E9A8FC35C853}">
      <dgm:prSet/>
      <dgm:spPr/>
      <dgm:t>
        <a:bodyPr/>
        <a:lstStyle/>
        <a:p>
          <a:endParaRPr lang="en-US"/>
        </a:p>
      </dgm:t>
    </dgm:pt>
    <dgm:pt modelId="{D3FEE6B7-ABED-4C38-ACE4-C12E9A764BCA}" type="sibTrans" cxnId="{EA144936-81D3-47DD-97C7-E9A8FC35C853}">
      <dgm:prSet/>
      <dgm:spPr/>
      <dgm:t>
        <a:bodyPr/>
        <a:lstStyle/>
        <a:p>
          <a:endParaRPr lang="en-US"/>
        </a:p>
      </dgm:t>
    </dgm:pt>
    <dgm:pt modelId="{FF1E3CB4-94B8-4C5C-B9B0-ECBF86290C56}">
      <dgm:prSet/>
      <dgm:spPr/>
      <dgm:t>
        <a:bodyPr/>
        <a:lstStyle/>
        <a:p>
          <a:r>
            <a:rPr lang="en-US"/>
            <a:t>17.) The user </a:t>
          </a:r>
          <a:r>
            <a:rPr lang="en-US" b="1"/>
            <a:t>SHALL </a:t>
          </a:r>
          <a:r>
            <a:rPr lang="en-US"/>
            <a:t>be able to delete shared files.</a:t>
          </a:r>
        </a:p>
      </dgm:t>
    </dgm:pt>
    <dgm:pt modelId="{17E5CA2D-A2F3-4878-BFF1-358E0162BAA4}" type="parTrans" cxnId="{2FB7B440-08BA-4EFD-8359-55F0A6BC69E0}">
      <dgm:prSet/>
      <dgm:spPr/>
      <dgm:t>
        <a:bodyPr/>
        <a:lstStyle/>
        <a:p>
          <a:endParaRPr lang="en-US"/>
        </a:p>
      </dgm:t>
    </dgm:pt>
    <dgm:pt modelId="{B73BD523-080C-4323-AC80-7BAC1BCEC075}" type="sibTrans" cxnId="{2FB7B440-08BA-4EFD-8359-55F0A6BC69E0}">
      <dgm:prSet/>
      <dgm:spPr/>
      <dgm:t>
        <a:bodyPr/>
        <a:lstStyle/>
        <a:p>
          <a:endParaRPr lang="en-US"/>
        </a:p>
      </dgm:t>
    </dgm:pt>
    <dgm:pt modelId="{AEC90313-58EB-4452-9659-9FD09AC8F768}">
      <dgm:prSet/>
      <dgm:spPr/>
      <dgm:t>
        <a:bodyPr/>
        <a:lstStyle/>
        <a:p>
          <a:r>
            <a:rPr lang="en-US" dirty="0"/>
            <a:t>18.) The user </a:t>
          </a:r>
          <a:r>
            <a:rPr lang="en-US" b="1" dirty="0"/>
            <a:t>SHALL </a:t>
          </a:r>
          <a:r>
            <a:rPr lang="en-US" dirty="0"/>
            <a:t>be able to set up the system to be closed.</a:t>
          </a:r>
        </a:p>
      </dgm:t>
    </dgm:pt>
    <dgm:pt modelId="{1F83A461-F2C5-4C23-A55D-70DD4FEA1761}" type="parTrans" cxnId="{34F5DC0C-E356-412B-8151-E974136DF669}">
      <dgm:prSet/>
      <dgm:spPr/>
      <dgm:t>
        <a:bodyPr/>
        <a:lstStyle/>
        <a:p>
          <a:endParaRPr lang="en-US"/>
        </a:p>
      </dgm:t>
    </dgm:pt>
    <dgm:pt modelId="{04F750BD-B642-4AA0-B8E5-D33506CC5E2E}" type="sibTrans" cxnId="{34F5DC0C-E356-412B-8151-E974136DF669}">
      <dgm:prSet/>
      <dgm:spPr/>
      <dgm:t>
        <a:bodyPr/>
        <a:lstStyle/>
        <a:p>
          <a:endParaRPr lang="en-US"/>
        </a:p>
      </dgm:t>
    </dgm:pt>
    <dgm:pt modelId="{51AD43C7-6F4A-4781-BDD5-9F27233B623D}">
      <dgm:prSet/>
      <dgm:spPr/>
      <dgm:t>
        <a:bodyPr/>
        <a:lstStyle/>
        <a:p>
          <a:r>
            <a:rPr lang="en-US" dirty="0"/>
            <a:t>19.) The user </a:t>
          </a:r>
          <a:r>
            <a:rPr lang="en-US" b="1" dirty="0"/>
            <a:t>SHALL</a:t>
          </a:r>
          <a:r>
            <a:rPr lang="en-US" dirty="0"/>
            <a:t> be able to grant file access permissions</a:t>
          </a:r>
        </a:p>
      </dgm:t>
    </dgm:pt>
    <dgm:pt modelId="{38B7F602-5850-4439-BDFF-99EBC98B5B4C}" type="parTrans" cxnId="{AC486031-1AD2-41A8-B8ED-7D8C7B79956A}">
      <dgm:prSet/>
      <dgm:spPr/>
      <dgm:t>
        <a:bodyPr/>
        <a:lstStyle/>
        <a:p>
          <a:endParaRPr lang="en-US"/>
        </a:p>
      </dgm:t>
    </dgm:pt>
    <dgm:pt modelId="{4DCA5AA3-6685-4948-BA74-1DB1BF784B01}" type="sibTrans" cxnId="{AC486031-1AD2-41A8-B8ED-7D8C7B79956A}">
      <dgm:prSet/>
      <dgm:spPr/>
      <dgm:t>
        <a:bodyPr/>
        <a:lstStyle/>
        <a:p>
          <a:endParaRPr lang="en-US"/>
        </a:p>
      </dgm:t>
    </dgm:pt>
    <dgm:pt modelId="{6300ED2A-AEA2-428D-8E09-69CFAC959817}">
      <dgm:prSet/>
      <dgm:spPr/>
      <dgm:t>
        <a:bodyPr/>
        <a:lstStyle/>
        <a:p>
          <a:r>
            <a:rPr lang="en-US" dirty="0"/>
            <a:t>20.) The user </a:t>
          </a:r>
          <a:r>
            <a:rPr lang="en-US" b="1" dirty="0"/>
            <a:t>SHALL</a:t>
          </a:r>
          <a:r>
            <a:rPr lang="en-US" dirty="0"/>
            <a:t> be able to revoke file access permissions</a:t>
          </a:r>
        </a:p>
      </dgm:t>
    </dgm:pt>
    <dgm:pt modelId="{C754EF5D-2413-4395-9093-B74151FB0E59}" type="parTrans" cxnId="{19A8D877-08AB-49E7-AE2F-4149A86C454E}">
      <dgm:prSet/>
      <dgm:spPr/>
      <dgm:t>
        <a:bodyPr/>
        <a:lstStyle/>
        <a:p>
          <a:endParaRPr lang="en-US"/>
        </a:p>
      </dgm:t>
    </dgm:pt>
    <dgm:pt modelId="{A08019AE-3D0D-448B-A321-C00342DB57D3}" type="sibTrans" cxnId="{19A8D877-08AB-49E7-AE2F-4149A86C454E}">
      <dgm:prSet/>
      <dgm:spPr/>
      <dgm:t>
        <a:bodyPr/>
        <a:lstStyle/>
        <a:p>
          <a:endParaRPr lang="en-US"/>
        </a:p>
      </dgm:t>
    </dgm:pt>
    <dgm:pt modelId="{92078077-5986-49C5-8C43-A32AD0F69340}" type="pres">
      <dgm:prSet presAssocID="{0D7CD9C9-4F10-4C8C-BEEB-8DC726E0A03A}" presName="vert0" presStyleCnt="0">
        <dgm:presLayoutVars>
          <dgm:dir/>
          <dgm:animOne val="branch"/>
          <dgm:animLvl val="lvl"/>
        </dgm:presLayoutVars>
      </dgm:prSet>
      <dgm:spPr/>
    </dgm:pt>
    <dgm:pt modelId="{74B25E0A-644D-4388-82CF-65A4513244AE}" type="pres">
      <dgm:prSet presAssocID="{CE972879-4142-4AF0-95ED-7ACE275C756F}" presName="thickLine" presStyleLbl="alignNode1" presStyleIdx="0" presStyleCnt="10"/>
      <dgm:spPr/>
    </dgm:pt>
    <dgm:pt modelId="{09A7EA09-9869-4FF6-8842-3A0F85896B27}" type="pres">
      <dgm:prSet presAssocID="{CE972879-4142-4AF0-95ED-7ACE275C756F}" presName="horz1" presStyleCnt="0"/>
      <dgm:spPr/>
    </dgm:pt>
    <dgm:pt modelId="{4A3B5600-E004-452E-A6F0-526DC92A79A6}" type="pres">
      <dgm:prSet presAssocID="{CE972879-4142-4AF0-95ED-7ACE275C756F}" presName="tx1" presStyleLbl="revTx" presStyleIdx="0" presStyleCnt="10"/>
      <dgm:spPr/>
    </dgm:pt>
    <dgm:pt modelId="{149D9E8C-62A0-4D56-8127-63372B11D1CC}" type="pres">
      <dgm:prSet presAssocID="{CE972879-4142-4AF0-95ED-7ACE275C756F}" presName="vert1" presStyleCnt="0"/>
      <dgm:spPr/>
    </dgm:pt>
    <dgm:pt modelId="{A7BA2CEA-4A94-41F7-BA7D-11692E42ECEE}" type="pres">
      <dgm:prSet presAssocID="{3E2DCA05-F899-41CA-92F1-0EAC6FED94C0}" presName="thickLine" presStyleLbl="alignNode1" presStyleIdx="1" presStyleCnt="10"/>
      <dgm:spPr/>
    </dgm:pt>
    <dgm:pt modelId="{AF5A9721-0073-41CB-8621-F6C3FCA0CAC6}" type="pres">
      <dgm:prSet presAssocID="{3E2DCA05-F899-41CA-92F1-0EAC6FED94C0}" presName="horz1" presStyleCnt="0"/>
      <dgm:spPr/>
    </dgm:pt>
    <dgm:pt modelId="{DF74FFCA-8F6C-4DAB-A161-B4D5D194D45E}" type="pres">
      <dgm:prSet presAssocID="{3E2DCA05-F899-41CA-92F1-0EAC6FED94C0}" presName="tx1" presStyleLbl="revTx" presStyleIdx="1" presStyleCnt="10"/>
      <dgm:spPr/>
    </dgm:pt>
    <dgm:pt modelId="{58D7F9CE-5B5B-448B-92B6-DC244F1512BD}" type="pres">
      <dgm:prSet presAssocID="{3E2DCA05-F899-41CA-92F1-0EAC6FED94C0}" presName="vert1" presStyleCnt="0"/>
      <dgm:spPr/>
    </dgm:pt>
    <dgm:pt modelId="{93D732F7-D194-472E-9009-958211160688}" type="pres">
      <dgm:prSet presAssocID="{248948A2-E13E-421B-8ED6-819857C2C4B4}" presName="thickLine" presStyleLbl="alignNode1" presStyleIdx="2" presStyleCnt="10"/>
      <dgm:spPr/>
    </dgm:pt>
    <dgm:pt modelId="{914EF801-84DF-4135-8C7A-5BED2D9C0FBC}" type="pres">
      <dgm:prSet presAssocID="{248948A2-E13E-421B-8ED6-819857C2C4B4}" presName="horz1" presStyleCnt="0"/>
      <dgm:spPr/>
    </dgm:pt>
    <dgm:pt modelId="{1B531D62-B405-4930-A795-C02C35F68DA1}" type="pres">
      <dgm:prSet presAssocID="{248948A2-E13E-421B-8ED6-819857C2C4B4}" presName="tx1" presStyleLbl="revTx" presStyleIdx="2" presStyleCnt="10"/>
      <dgm:spPr/>
    </dgm:pt>
    <dgm:pt modelId="{CE54B31D-8EAD-47E8-A62C-972AF56D02C6}" type="pres">
      <dgm:prSet presAssocID="{248948A2-E13E-421B-8ED6-819857C2C4B4}" presName="vert1" presStyleCnt="0"/>
      <dgm:spPr/>
    </dgm:pt>
    <dgm:pt modelId="{FDF1F4F8-6876-4574-AC36-FD44F2DA397A}" type="pres">
      <dgm:prSet presAssocID="{94195F01-F0A7-4338-8694-84E859B79517}" presName="thickLine" presStyleLbl="alignNode1" presStyleIdx="3" presStyleCnt="10"/>
      <dgm:spPr/>
    </dgm:pt>
    <dgm:pt modelId="{591F95CD-ACC6-447E-A590-0BEDBC67C794}" type="pres">
      <dgm:prSet presAssocID="{94195F01-F0A7-4338-8694-84E859B79517}" presName="horz1" presStyleCnt="0"/>
      <dgm:spPr/>
    </dgm:pt>
    <dgm:pt modelId="{1D359750-8D52-4C38-9AFA-AA148E4D07BD}" type="pres">
      <dgm:prSet presAssocID="{94195F01-F0A7-4338-8694-84E859B79517}" presName="tx1" presStyleLbl="revTx" presStyleIdx="3" presStyleCnt="10"/>
      <dgm:spPr/>
    </dgm:pt>
    <dgm:pt modelId="{E45A5F51-A34D-4E25-9CAD-5BD422FA9064}" type="pres">
      <dgm:prSet presAssocID="{94195F01-F0A7-4338-8694-84E859B79517}" presName="vert1" presStyleCnt="0"/>
      <dgm:spPr/>
    </dgm:pt>
    <dgm:pt modelId="{12F0559A-BC1C-4207-A652-75DE158F97BE}" type="pres">
      <dgm:prSet presAssocID="{409D6048-625E-4B36-9EB8-92DCAB84C2BE}" presName="thickLine" presStyleLbl="alignNode1" presStyleIdx="4" presStyleCnt="10"/>
      <dgm:spPr/>
    </dgm:pt>
    <dgm:pt modelId="{4AB3D73C-0510-4ACE-9E2A-16568F36916E}" type="pres">
      <dgm:prSet presAssocID="{409D6048-625E-4B36-9EB8-92DCAB84C2BE}" presName="horz1" presStyleCnt="0"/>
      <dgm:spPr/>
    </dgm:pt>
    <dgm:pt modelId="{495A60A3-12B4-43F9-ADE3-23DFEAB92D6F}" type="pres">
      <dgm:prSet presAssocID="{409D6048-625E-4B36-9EB8-92DCAB84C2BE}" presName="tx1" presStyleLbl="revTx" presStyleIdx="4" presStyleCnt="10"/>
      <dgm:spPr/>
    </dgm:pt>
    <dgm:pt modelId="{3757F6BB-CF6A-4305-A8A5-898EA6A34ABD}" type="pres">
      <dgm:prSet presAssocID="{409D6048-625E-4B36-9EB8-92DCAB84C2BE}" presName="vert1" presStyleCnt="0"/>
      <dgm:spPr/>
    </dgm:pt>
    <dgm:pt modelId="{927A0D59-A330-40DA-A2D2-D348647B3F1D}" type="pres">
      <dgm:prSet presAssocID="{5F7F53D5-4BB0-4F9E-88D7-8B362BA79F3B}" presName="thickLine" presStyleLbl="alignNode1" presStyleIdx="5" presStyleCnt="10"/>
      <dgm:spPr/>
    </dgm:pt>
    <dgm:pt modelId="{2B1EEE80-88E7-4398-B511-1FAA78805510}" type="pres">
      <dgm:prSet presAssocID="{5F7F53D5-4BB0-4F9E-88D7-8B362BA79F3B}" presName="horz1" presStyleCnt="0"/>
      <dgm:spPr/>
    </dgm:pt>
    <dgm:pt modelId="{BC45E9FA-21ED-44C3-94EE-4EDFDCEB48A2}" type="pres">
      <dgm:prSet presAssocID="{5F7F53D5-4BB0-4F9E-88D7-8B362BA79F3B}" presName="tx1" presStyleLbl="revTx" presStyleIdx="5" presStyleCnt="10"/>
      <dgm:spPr/>
    </dgm:pt>
    <dgm:pt modelId="{DFF3B56E-C696-4B54-9DEF-CF4C6C5ACE38}" type="pres">
      <dgm:prSet presAssocID="{5F7F53D5-4BB0-4F9E-88D7-8B362BA79F3B}" presName="vert1" presStyleCnt="0"/>
      <dgm:spPr/>
    </dgm:pt>
    <dgm:pt modelId="{F22116FF-8D27-45F4-A1F1-1CC344AF4E06}" type="pres">
      <dgm:prSet presAssocID="{FF1E3CB4-94B8-4C5C-B9B0-ECBF86290C56}" presName="thickLine" presStyleLbl="alignNode1" presStyleIdx="6" presStyleCnt="10"/>
      <dgm:spPr/>
    </dgm:pt>
    <dgm:pt modelId="{98FF04BC-08C0-4299-A2B7-ABC7E8EC59C8}" type="pres">
      <dgm:prSet presAssocID="{FF1E3CB4-94B8-4C5C-B9B0-ECBF86290C56}" presName="horz1" presStyleCnt="0"/>
      <dgm:spPr/>
    </dgm:pt>
    <dgm:pt modelId="{2157EAF0-9F77-42E7-A1F3-178ECCFA56FA}" type="pres">
      <dgm:prSet presAssocID="{FF1E3CB4-94B8-4C5C-B9B0-ECBF86290C56}" presName="tx1" presStyleLbl="revTx" presStyleIdx="6" presStyleCnt="10"/>
      <dgm:spPr/>
    </dgm:pt>
    <dgm:pt modelId="{56BAE452-2688-4851-9A77-5991D73BFEA0}" type="pres">
      <dgm:prSet presAssocID="{FF1E3CB4-94B8-4C5C-B9B0-ECBF86290C56}" presName="vert1" presStyleCnt="0"/>
      <dgm:spPr/>
    </dgm:pt>
    <dgm:pt modelId="{123A5EB3-95C7-4A94-B26B-AE9C2B937D10}" type="pres">
      <dgm:prSet presAssocID="{AEC90313-58EB-4452-9659-9FD09AC8F768}" presName="thickLine" presStyleLbl="alignNode1" presStyleIdx="7" presStyleCnt="10"/>
      <dgm:spPr/>
    </dgm:pt>
    <dgm:pt modelId="{2F7BF3F5-E774-4EA9-983F-7338EC1811C5}" type="pres">
      <dgm:prSet presAssocID="{AEC90313-58EB-4452-9659-9FD09AC8F768}" presName="horz1" presStyleCnt="0"/>
      <dgm:spPr/>
    </dgm:pt>
    <dgm:pt modelId="{B7121A42-A35D-452D-BD1F-61BC3B3AD0C6}" type="pres">
      <dgm:prSet presAssocID="{AEC90313-58EB-4452-9659-9FD09AC8F768}" presName="tx1" presStyleLbl="revTx" presStyleIdx="7" presStyleCnt="10"/>
      <dgm:spPr/>
    </dgm:pt>
    <dgm:pt modelId="{98AFD285-62E1-4A89-8851-225015D13C63}" type="pres">
      <dgm:prSet presAssocID="{AEC90313-58EB-4452-9659-9FD09AC8F768}" presName="vert1" presStyleCnt="0"/>
      <dgm:spPr/>
    </dgm:pt>
    <dgm:pt modelId="{91F98533-0B89-49A8-A74C-537F7AB0F977}" type="pres">
      <dgm:prSet presAssocID="{51AD43C7-6F4A-4781-BDD5-9F27233B623D}" presName="thickLine" presStyleLbl="alignNode1" presStyleIdx="8" presStyleCnt="10"/>
      <dgm:spPr/>
    </dgm:pt>
    <dgm:pt modelId="{696724DD-6DD5-4DB3-ADDF-536CD9487926}" type="pres">
      <dgm:prSet presAssocID="{51AD43C7-6F4A-4781-BDD5-9F27233B623D}" presName="horz1" presStyleCnt="0"/>
      <dgm:spPr/>
    </dgm:pt>
    <dgm:pt modelId="{E1DFD2A7-D630-428A-BA1A-0FB37564CEC3}" type="pres">
      <dgm:prSet presAssocID="{51AD43C7-6F4A-4781-BDD5-9F27233B623D}" presName="tx1" presStyleLbl="revTx" presStyleIdx="8" presStyleCnt="10"/>
      <dgm:spPr/>
    </dgm:pt>
    <dgm:pt modelId="{097BF169-FAE9-44DA-9BE6-39DAC587FAA5}" type="pres">
      <dgm:prSet presAssocID="{51AD43C7-6F4A-4781-BDD5-9F27233B623D}" presName="vert1" presStyleCnt="0"/>
      <dgm:spPr/>
    </dgm:pt>
    <dgm:pt modelId="{9C558074-730D-4ED0-BF4B-C3EE4515A068}" type="pres">
      <dgm:prSet presAssocID="{6300ED2A-AEA2-428D-8E09-69CFAC959817}" presName="thickLine" presStyleLbl="alignNode1" presStyleIdx="9" presStyleCnt="10"/>
      <dgm:spPr/>
    </dgm:pt>
    <dgm:pt modelId="{275288E5-A449-428F-A3D8-8E23288A6136}" type="pres">
      <dgm:prSet presAssocID="{6300ED2A-AEA2-428D-8E09-69CFAC959817}" presName="horz1" presStyleCnt="0"/>
      <dgm:spPr/>
    </dgm:pt>
    <dgm:pt modelId="{BD504A0F-F893-4E34-A016-892BC4178EF9}" type="pres">
      <dgm:prSet presAssocID="{6300ED2A-AEA2-428D-8E09-69CFAC959817}" presName="tx1" presStyleLbl="revTx" presStyleIdx="9" presStyleCnt="10"/>
      <dgm:spPr/>
    </dgm:pt>
    <dgm:pt modelId="{3105174C-1346-43FE-8A86-76C9CEAE84B4}" type="pres">
      <dgm:prSet presAssocID="{6300ED2A-AEA2-428D-8E09-69CFAC959817}" presName="vert1" presStyleCnt="0"/>
      <dgm:spPr/>
    </dgm:pt>
  </dgm:ptLst>
  <dgm:cxnLst>
    <dgm:cxn modelId="{34F5DC0C-E356-412B-8151-E974136DF669}" srcId="{0D7CD9C9-4F10-4C8C-BEEB-8DC726E0A03A}" destId="{AEC90313-58EB-4452-9659-9FD09AC8F768}" srcOrd="7" destOrd="0" parTransId="{1F83A461-F2C5-4C23-A55D-70DD4FEA1761}" sibTransId="{04F750BD-B642-4AA0-B8E5-D33506CC5E2E}"/>
    <dgm:cxn modelId="{AC486031-1AD2-41A8-B8ED-7D8C7B79956A}" srcId="{0D7CD9C9-4F10-4C8C-BEEB-8DC726E0A03A}" destId="{51AD43C7-6F4A-4781-BDD5-9F27233B623D}" srcOrd="8" destOrd="0" parTransId="{38B7F602-5850-4439-BDFF-99EBC98B5B4C}" sibTransId="{4DCA5AA3-6685-4948-BA74-1DB1BF784B01}"/>
    <dgm:cxn modelId="{1F208931-531B-41F2-9455-14D1D058C85F}" srcId="{0D7CD9C9-4F10-4C8C-BEEB-8DC726E0A03A}" destId="{248948A2-E13E-421B-8ED6-819857C2C4B4}" srcOrd="2" destOrd="0" parTransId="{A4D0289E-B9A9-49A2-8058-324B9D0DAC1E}" sibTransId="{F5D22002-4F49-4551-9914-6F2FD92AC50B}"/>
    <dgm:cxn modelId="{EA144936-81D3-47DD-97C7-E9A8FC35C853}" srcId="{0D7CD9C9-4F10-4C8C-BEEB-8DC726E0A03A}" destId="{5F7F53D5-4BB0-4F9E-88D7-8B362BA79F3B}" srcOrd="5" destOrd="0" parTransId="{C7B31387-83B9-4003-96AB-3A3099DFC931}" sibTransId="{D3FEE6B7-ABED-4C38-ACE4-C12E9A764BCA}"/>
    <dgm:cxn modelId="{EB3DAB36-0A0A-4D3C-BF00-5CC44FB99064}" srcId="{0D7CD9C9-4F10-4C8C-BEEB-8DC726E0A03A}" destId="{CE972879-4142-4AF0-95ED-7ACE275C756F}" srcOrd="0" destOrd="0" parTransId="{46C5A89B-6DB0-4670-A288-5BB6DC6174B9}" sibTransId="{8487C6E0-0FFF-4E92-83B7-644861C5E4D6}"/>
    <dgm:cxn modelId="{C7630939-EEC4-4D0F-A41C-BA4F39635C01}" type="presOf" srcId="{FF1E3CB4-94B8-4C5C-B9B0-ECBF86290C56}" destId="{2157EAF0-9F77-42E7-A1F3-178ECCFA56FA}" srcOrd="0" destOrd="0" presId="urn:microsoft.com/office/officeart/2008/layout/LinedList"/>
    <dgm:cxn modelId="{2FB7B440-08BA-4EFD-8359-55F0A6BC69E0}" srcId="{0D7CD9C9-4F10-4C8C-BEEB-8DC726E0A03A}" destId="{FF1E3CB4-94B8-4C5C-B9B0-ECBF86290C56}" srcOrd="6" destOrd="0" parTransId="{17E5CA2D-A2F3-4878-BFF1-358E0162BAA4}" sibTransId="{B73BD523-080C-4323-AC80-7BAC1BCEC075}"/>
    <dgm:cxn modelId="{D3360A42-50A2-413B-A26E-DC43AA373A98}" srcId="{0D7CD9C9-4F10-4C8C-BEEB-8DC726E0A03A}" destId="{94195F01-F0A7-4338-8694-84E859B79517}" srcOrd="3" destOrd="0" parTransId="{E93737FB-282F-42D4-BECF-519A7703DF66}" sibTransId="{FA14FADA-E48D-4A5F-899E-64E5B09DE7C5}"/>
    <dgm:cxn modelId="{41250A49-47CC-4C9F-A540-6DFEB9A5D219}" srcId="{0D7CD9C9-4F10-4C8C-BEEB-8DC726E0A03A}" destId="{409D6048-625E-4B36-9EB8-92DCAB84C2BE}" srcOrd="4" destOrd="0" parTransId="{9271ADC2-4F92-454B-8720-DF6B80E798F9}" sibTransId="{EE2F8A7E-DED5-4CD5-BBF0-84F24838A283}"/>
    <dgm:cxn modelId="{E0799050-1E2E-4814-B4D0-DCA4CB1D12AD}" type="presOf" srcId="{409D6048-625E-4B36-9EB8-92DCAB84C2BE}" destId="{495A60A3-12B4-43F9-ADE3-23DFEAB92D6F}" srcOrd="0" destOrd="0" presId="urn:microsoft.com/office/officeart/2008/layout/LinedList"/>
    <dgm:cxn modelId="{E04E1171-4AC9-46CE-A7E5-B0826095989E}" type="presOf" srcId="{3E2DCA05-F899-41CA-92F1-0EAC6FED94C0}" destId="{DF74FFCA-8F6C-4DAB-A161-B4D5D194D45E}" srcOrd="0" destOrd="0" presId="urn:microsoft.com/office/officeart/2008/layout/LinedList"/>
    <dgm:cxn modelId="{0A91FD71-1A16-4290-B996-5302CEC970B4}" type="presOf" srcId="{51AD43C7-6F4A-4781-BDD5-9F27233B623D}" destId="{E1DFD2A7-D630-428A-BA1A-0FB37564CEC3}" srcOrd="0" destOrd="0" presId="urn:microsoft.com/office/officeart/2008/layout/LinedList"/>
    <dgm:cxn modelId="{29103275-663D-4E1C-A574-7BFA234AD28A}" srcId="{0D7CD9C9-4F10-4C8C-BEEB-8DC726E0A03A}" destId="{3E2DCA05-F899-41CA-92F1-0EAC6FED94C0}" srcOrd="1" destOrd="0" parTransId="{A700EEC8-DC6E-4C03-87BA-418DB86CFF2E}" sibTransId="{4147BE4B-840A-458B-8EC5-5274734E34D0}"/>
    <dgm:cxn modelId="{19A8D877-08AB-49E7-AE2F-4149A86C454E}" srcId="{0D7CD9C9-4F10-4C8C-BEEB-8DC726E0A03A}" destId="{6300ED2A-AEA2-428D-8E09-69CFAC959817}" srcOrd="9" destOrd="0" parTransId="{C754EF5D-2413-4395-9093-B74151FB0E59}" sibTransId="{A08019AE-3D0D-448B-A321-C00342DB57D3}"/>
    <dgm:cxn modelId="{74528F8E-D5C1-465F-A4BF-FCE8E86E4591}" type="presOf" srcId="{5F7F53D5-4BB0-4F9E-88D7-8B362BA79F3B}" destId="{BC45E9FA-21ED-44C3-94EE-4EDFDCEB48A2}" srcOrd="0" destOrd="0" presId="urn:microsoft.com/office/officeart/2008/layout/LinedList"/>
    <dgm:cxn modelId="{4C004F93-922C-415A-929D-C05044A757F9}" type="presOf" srcId="{94195F01-F0A7-4338-8694-84E859B79517}" destId="{1D359750-8D52-4C38-9AFA-AA148E4D07BD}" srcOrd="0" destOrd="0" presId="urn:microsoft.com/office/officeart/2008/layout/LinedList"/>
    <dgm:cxn modelId="{1A15C197-5597-4677-A0B5-6DE4B4D234B0}" type="presOf" srcId="{0D7CD9C9-4F10-4C8C-BEEB-8DC726E0A03A}" destId="{92078077-5986-49C5-8C43-A32AD0F69340}" srcOrd="0" destOrd="0" presId="urn:microsoft.com/office/officeart/2008/layout/LinedList"/>
    <dgm:cxn modelId="{B5A8A1B2-4227-4B6A-96F9-EC622754816C}" type="presOf" srcId="{AEC90313-58EB-4452-9659-9FD09AC8F768}" destId="{B7121A42-A35D-452D-BD1F-61BC3B3AD0C6}" srcOrd="0" destOrd="0" presId="urn:microsoft.com/office/officeart/2008/layout/LinedList"/>
    <dgm:cxn modelId="{316748B3-DE19-483D-AE2E-38A4E63F28C8}" type="presOf" srcId="{248948A2-E13E-421B-8ED6-819857C2C4B4}" destId="{1B531D62-B405-4930-A795-C02C35F68DA1}" srcOrd="0" destOrd="0" presId="urn:microsoft.com/office/officeart/2008/layout/LinedList"/>
    <dgm:cxn modelId="{225B40EA-B5CE-49F1-A609-A6B5E3222B24}" type="presOf" srcId="{6300ED2A-AEA2-428D-8E09-69CFAC959817}" destId="{BD504A0F-F893-4E34-A016-892BC4178EF9}" srcOrd="0" destOrd="0" presId="urn:microsoft.com/office/officeart/2008/layout/LinedList"/>
    <dgm:cxn modelId="{682C65F8-7488-4DE3-B429-D06ED4DD56DF}" type="presOf" srcId="{CE972879-4142-4AF0-95ED-7ACE275C756F}" destId="{4A3B5600-E004-452E-A6F0-526DC92A79A6}" srcOrd="0" destOrd="0" presId="urn:microsoft.com/office/officeart/2008/layout/LinedList"/>
    <dgm:cxn modelId="{E2C0D4F4-1D63-43BE-963C-5E1F1A488F70}" type="presParOf" srcId="{92078077-5986-49C5-8C43-A32AD0F69340}" destId="{74B25E0A-644D-4388-82CF-65A4513244AE}" srcOrd="0" destOrd="0" presId="urn:microsoft.com/office/officeart/2008/layout/LinedList"/>
    <dgm:cxn modelId="{C0B5E4B4-7AC9-472B-8D44-B2DE94ED1C59}" type="presParOf" srcId="{92078077-5986-49C5-8C43-A32AD0F69340}" destId="{09A7EA09-9869-4FF6-8842-3A0F85896B27}" srcOrd="1" destOrd="0" presId="urn:microsoft.com/office/officeart/2008/layout/LinedList"/>
    <dgm:cxn modelId="{CC781AA4-6C55-440F-A15D-B505E9ED76CB}" type="presParOf" srcId="{09A7EA09-9869-4FF6-8842-3A0F85896B27}" destId="{4A3B5600-E004-452E-A6F0-526DC92A79A6}" srcOrd="0" destOrd="0" presId="urn:microsoft.com/office/officeart/2008/layout/LinedList"/>
    <dgm:cxn modelId="{4B061F25-3EA3-4A9B-84C7-75EDFD5D3308}" type="presParOf" srcId="{09A7EA09-9869-4FF6-8842-3A0F85896B27}" destId="{149D9E8C-62A0-4D56-8127-63372B11D1CC}" srcOrd="1" destOrd="0" presId="urn:microsoft.com/office/officeart/2008/layout/LinedList"/>
    <dgm:cxn modelId="{C335660C-7AD3-4D6E-A4AD-825C26802FA5}" type="presParOf" srcId="{92078077-5986-49C5-8C43-A32AD0F69340}" destId="{A7BA2CEA-4A94-41F7-BA7D-11692E42ECEE}" srcOrd="2" destOrd="0" presId="urn:microsoft.com/office/officeart/2008/layout/LinedList"/>
    <dgm:cxn modelId="{BD3FE76A-5FBB-4133-9233-4871C490DAB3}" type="presParOf" srcId="{92078077-5986-49C5-8C43-A32AD0F69340}" destId="{AF5A9721-0073-41CB-8621-F6C3FCA0CAC6}" srcOrd="3" destOrd="0" presId="urn:microsoft.com/office/officeart/2008/layout/LinedList"/>
    <dgm:cxn modelId="{F1D866EA-18F1-469A-AEE4-7398E94842C8}" type="presParOf" srcId="{AF5A9721-0073-41CB-8621-F6C3FCA0CAC6}" destId="{DF74FFCA-8F6C-4DAB-A161-B4D5D194D45E}" srcOrd="0" destOrd="0" presId="urn:microsoft.com/office/officeart/2008/layout/LinedList"/>
    <dgm:cxn modelId="{F14EE8E5-E514-4AEA-B78B-DDE24F3C0D7F}" type="presParOf" srcId="{AF5A9721-0073-41CB-8621-F6C3FCA0CAC6}" destId="{58D7F9CE-5B5B-448B-92B6-DC244F1512BD}" srcOrd="1" destOrd="0" presId="urn:microsoft.com/office/officeart/2008/layout/LinedList"/>
    <dgm:cxn modelId="{4AB84986-A805-4BF5-929F-A1BE38407F3A}" type="presParOf" srcId="{92078077-5986-49C5-8C43-A32AD0F69340}" destId="{93D732F7-D194-472E-9009-958211160688}" srcOrd="4" destOrd="0" presId="urn:microsoft.com/office/officeart/2008/layout/LinedList"/>
    <dgm:cxn modelId="{276D31F8-9997-4EE3-8689-8A22E867C2CC}" type="presParOf" srcId="{92078077-5986-49C5-8C43-A32AD0F69340}" destId="{914EF801-84DF-4135-8C7A-5BED2D9C0FBC}" srcOrd="5" destOrd="0" presId="urn:microsoft.com/office/officeart/2008/layout/LinedList"/>
    <dgm:cxn modelId="{94BE333E-2217-47A8-998A-B52B76481943}" type="presParOf" srcId="{914EF801-84DF-4135-8C7A-5BED2D9C0FBC}" destId="{1B531D62-B405-4930-A795-C02C35F68DA1}" srcOrd="0" destOrd="0" presId="urn:microsoft.com/office/officeart/2008/layout/LinedList"/>
    <dgm:cxn modelId="{393AB257-A33C-4102-BAF3-9085C95156EE}" type="presParOf" srcId="{914EF801-84DF-4135-8C7A-5BED2D9C0FBC}" destId="{CE54B31D-8EAD-47E8-A62C-972AF56D02C6}" srcOrd="1" destOrd="0" presId="urn:microsoft.com/office/officeart/2008/layout/LinedList"/>
    <dgm:cxn modelId="{100F7B87-ADAB-47FC-9BD8-862BF1A7AAE1}" type="presParOf" srcId="{92078077-5986-49C5-8C43-A32AD0F69340}" destId="{FDF1F4F8-6876-4574-AC36-FD44F2DA397A}" srcOrd="6" destOrd="0" presId="urn:microsoft.com/office/officeart/2008/layout/LinedList"/>
    <dgm:cxn modelId="{9740D41F-C711-4D2D-B5CC-E62422839A37}" type="presParOf" srcId="{92078077-5986-49C5-8C43-A32AD0F69340}" destId="{591F95CD-ACC6-447E-A590-0BEDBC67C794}" srcOrd="7" destOrd="0" presId="urn:microsoft.com/office/officeart/2008/layout/LinedList"/>
    <dgm:cxn modelId="{E10360DD-694E-42C6-AE30-BC172C475130}" type="presParOf" srcId="{591F95CD-ACC6-447E-A590-0BEDBC67C794}" destId="{1D359750-8D52-4C38-9AFA-AA148E4D07BD}" srcOrd="0" destOrd="0" presId="urn:microsoft.com/office/officeart/2008/layout/LinedList"/>
    <dgm:cxn modelId="{05DD2F27-981F-4AD1-9E59-772E0543AA11}" type="presParOf" srcId="{591F95CD-ACC6-447E-A590-0BEDBC67C794}" destId="{E45A5F51-A34D-4E25-9CAD-5BD422FA9064}" srcOrd="1" destOrd="0" presId="urn:microsoft.com/office/officeart/2008/layout/LinedList"/>
    <dgm:cxn modelId="{E5728390-FAA5-4264-9B7B-F4EE0B1136B2}" type="presParOf" srcId="{92078077-5986-49C5-8C43-A32AD0F69340}" destId="{12F0559A-BC1C-4207-A652-75DE158F97BE}" srcOrd="8" destOrd="0" presId="urn:microsoft.com/office/officeart/2008/layout/LinedList"/>
    <dgm:cxn modelId="{B0F2E472-F870-469F-B1B0-57E925D6680C}" type="presParOf" srcId="{92078077-5986-49C5-8C43-A32AD0F69340}" destId="{4AB3D73C-0510-4ACE-9E2A-16568F36916E}" srcOrd="9" destOrd="0" presId="urn:microsoft.com/office/officeart/2008/layout/LinedList"/>
    <dgm:cxn modelId="{0ECA2605-7463-4478-9BF0-AD64D31D916A}" type="presParOf" srcId="{4AB3D73C-0510-4ACE-9E2A-16568F36916E}" destId="{495A60A3-12B4-43F9-ADE3-23DFEAB92D6F}" srcOrd="0" destOrd="0" presId="urn:microsoft.com/office/officeart/2008/layout/LinedList"/>
    <dgm:cxn modelId="{B15F62D8-CD94-4F2F-A8E1-5F78C44D9809}" type="presParOf" srcId="{4AB3D73C-0510-4ACE-9E2A-16568F36916E}" destId="{3757F6BB-CF6A-4305-A8A5-898EA6A34ABD}" srcOrd="1" destOrd="0" presId="urn:microsoft.com/office/officeart/2008/layout/LinedList"/>
    <dgm:cxn modelId="{C1ED8CE1-5935-4401-B751-4CDFB167E5B1}" type="presParOf" srcId="{92078077-5986-49C5-8C43-A32AD0F69340}" destId="{927A0D59-A330-40DA-A2D2-D348647B3F1D}" srcOrd="10" destOrd="0" presId="urn:microsoft.com/office/officeart/2008/layout/LinedList"/>
    <dgm:cxn modelId="{F8400E01-DC8A-489D-AD6F-1097C50FBBC4}" type="presParOf" srcId="{92078077-5986-49C5-8C43-A32AD0F69340}" destId="{2B1EEE80-88E7-4398-B511-1FAA78805510}" srcOrd="11" destOrd="0" presId="urn:microsoft.com/office/officeart/2008/layout/LinedList"/>
    <dgm:cxn modelId="{991BCE09-C5B3-4520-8EB8-A8BA17D89944}" type="presParOf" srcId="{2B1EEE80-88E7-4398-B511-1FAA78805510}" destId="{BC45E9FA-21ED-44C3-94EE-4EDFDCEB48A2}" srcOrd="0" destOrd="0" presId="urn:microsoft.com/office/officeart/2008/layout/LinedList"/>
    <dgm:cxn modelId="{29C3D038-C0B0-47E6-85A6-29B3AE9C7FB8}" type="presParOf" srcId="{2B1EEE80-88E7-4398-B511-1FAA78805510}" destId="{DFF3B56E-C696-4B54-9DEF-CF4C6C5ACE38}" srcOrd="1" destOrd="0" presId="urn:microsoft.com/office/officeart/2008/layout/LinedList"/>
    <dgm:cxn modelId="{4B1DB07E-A066-4199-AC4C-91D1790BAC86}" type="presParOf" srcId="{92078077-5986-49C5-8C43-A32AD0F69340}" destId="{F22116FF-8D27-45F4-A1F1-1CC344AF4E06}" srcOrd="12" destOrd="0" presId="urn:microsoft.com/office/officeart/2008/layout/LinedList"/>
    <dgm:cxn modelId="{1B68774D-EB89-41A2-BF77-7D714C6A7392}" type="presParOf" srcId="{92078077-5986-49C5-8C43-A32AD0F69340}" destId="{98FF04BC-08C0-4299-A2B7-ABC7E8EC59C8}" srcOrd="13" destOrd="0" presId="urn:microsoft.com/office/officeart/2008/layout/LinedList"/>
    <dgm:cxn modelId="{C2A8BDC9-3DC8-472E-B71F-F27471BBD36A}" type="presParOf" srcId="{98FF04BC-08C0-4299-A2B7-ABC7E8EC59C8}" destId="{2157EAF0-9F77-42E7-A1F3-178ECCFA56FA}" srcOrd="0" destOrd="0" presId="urn:microsoft.com/office/officeart/2008/layout/LinedList"/>
    <dgm:cxn modelId="{67BBCCCA-FD85-4374-8484-8865D9C31ABA}" type="presParOf" srcId="{98FF04BC-08C0-4299-A2B7-ABC7E8EC59C8}" destId="{56BAE452-2688-4851-9A77-5991D73BFEA0}" srcOrd="1" destOrd="0" presId="urn:microsoft.com/office/officeart/2008/layout/LinedList"/>
    <dgm:cxn modelId="{E7BE18A3-F4EF-4C85-BDAE-FC2CB4531927}" type="presParOf" srcId="{92078077-5986-49C5-8C43-A32AD0F69340}" destId="{123A5EB3-95C7-4A94-B26B-AE9C2B937D10}" srcOrd="14" destOrd="0" presId="urn:microsoft.com/office/officeart/2008/layout/LinedList"/>
    <dgm:cxn modelId="{F64B8DD4-CF22-48CA-BB87-A8A64949FABA}" type="presParOf" srcId="{92078077-5986-49C5-8C43-A32AD0F69340}" destId="{2F7BF3F5-E774-4EA9-983F-7338EC1811C5}" srcOrd="15" destOrd="0" presId="urn:microsoft.com/office/officeart/2008/layout/LinedList"/>
    <dgm:cxn modelId="{E49EBD4C-9B12-4EE2-A1BC-3F70FE13DE29}" type="presParOf" srcId="{2F7BF3F5-E774-4EA9-983F-7338EC1811C5}" destId="{B7121A42-A35D-452D-BD1F-61BC3B3AD0C6}" srcOrd="0" destOrd="0" presId="urn:microsoft.com/office/officeart/2008/layout/LinedList"/>
    <dgm:cxn modelId="{969009C5-1E36-45F2-8AE9-109A61A0D88F}" type="presParOf" srcId="{2F7BF3F5-E774-4EA9-983F-7338EC1811C5}" destId="{98AFD285-62E1-4A89-8851-225015D13C63}" srcOrd="1" destOrd="0" presId="urn:microsoft.com/office/officeart/2008/layout/LinedList"/>
    <dgm:cxn modelId="{BAFA64CC-5738-4577-B2FB-88D975A409E7}" type="presParOf" srcId="{92078077-5986-49C5-8C43-A32AD0F69340}" destId="{91F98533-0B89-49A8-A74C-537F7AB0F977}" srcOrd="16" destOrd="0" presId="urn:microsoft.com/office/officeart/2008/layout/LinedList"/>
    <dgm:cxn modelId="{41DAB08D-26AF-4DCE-9F48-C2A893BD081E}" type="presParOf" srcId="{92078077-5986-49C5-8C43-A32AD0F69340}" destId="{696724DD-6DD5-4DB3-ADDF-536CD9487926}" srcOrd="17" destOrd="0" presId="urn:microsoft.com/office/officeart/2008/layout/LinedList"/>
    <dgm:cxn modelId="{AEAE26B2-CC14-4178-AEA0-B6AFABC85099}" type="presParOf" srcId="{696724DD-6DD5-4DB3-ADDF-536CD9487926}" destId="{E1DFD2A7-D630-428A-BA1A-0FB37564CEC3}" srcOrd="0" destOrd="0" presId="urn:microsoft.com/office/officeart/2008/layout/LinedList"/>
    <dgm:cxn modelId="{D7AF355A-80EC-42FD-8524-C759B220C230}" type="presParOf" srcId="{696724DD-6DD5-4DB3-ADDF-536CD9487926}" destId="{097BF169-FAE9-44DA-9BE6-39DAC587FAA5}" srcOrd="1" destOrd="0" presId="urn:microsoft.com/office/officeart/2008/layout/LinedList"/>
    <dgm:cxn modelId="{A5C587E6-1501-4797-AF2D-9F5E1574B3F3}" type="presParOf" srcId="{92078077-5986-49C5-8C43-A32AD0F69340}" destId="{9C558074-730D-4ED0-BF4B-C3EE4515A068}" srcOrd="18" destOrd="0" presId="urn:microsoft.com/office/officeart/2008/layout/LinedList"/>
    <dgm:cxn modelId="{D11C4360-C3E5-4D88-910D-25D2638B8F87}" type="presParOf" srcId="{92078077-5986-49C5-8C43-A32AD0F69340}" destId="{275288E5-A449-428F-A3D8-8E23288A6136}" srcOrd="19" destOrd="0" presId="urn:microsoft.com/office/officeart/2008/layout/LinedList"/>
    <dgm:cxn modelId="{737756F2-ED10-4987-8798-19DE6BB9B5DD}" type="presParOf" srcId="{275288E5-A449-428F-A3D8-8E23288A6136}" destId="{BD504A0F-F893-4E34-A016-892BC4178EF9}" srcOrd="0" destOrd="0" presId="urn:microsoft.com/office/officeart/2008/layout/LinedList"/>
    <dgm:cxn modelId="{0D08760C-4D73-4B69-8C87-FF6A361F05BE}" type="presParOf" srcId="{275288E5-A449-428F-A3D8-8E23288A6136}" destId="{3105174C-1346-43FE-8A86-76C9CEAE84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57921-DDF5-4B78-B8F1-DC60D82C6F8F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3CC10-0F29-406C-B68D-2CEAABDAC68F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1.) The user </a:t>
          </a:r>
          <a:r>
            <a:rPr lang="en-US" sz="2300" b="1" kern="1200"/>
            <a:t>SHALL </a:t>
          </a:r>
          <a:r>
            <a:rPr lang="en-US" sz="2300" kern="1200"/>
            <a:t> be able to access the web app from their browser of choice by entering in an URL.</a:t>
          </a:r>
        </a:p>
      </dsp:txBody>
      <dsp:txXfrm>
        <a:off x="0" y="623"/>
        <a:ext cx="6492875" cy="1020830"/>
      </dsp:txXfrm>
    </dsp:sp>
    <dsp:sp modelId="{0F184F48-C239-40F9-A03F-EAC26726A640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accent2">
              <a:hueOff val="-898490"/>
              <a:satOff val="6181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6E449-EFA8-4B57-893E-2DCA0A0538FF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2.) The user </a:t>
          </a:r>
          <a:r>
            <a:rPr lang="en-US" sz="2300" b="1" kern="1200"/>
            <a:t>SHALL </a:t>
          </a:r>
          <a:r>
            <a:rPr lang="en-US" sz="2300" kern="1200"/>
            <a:t>be prompted for a login or create account option.</a:t>
          </a:r>
        </a:p>
      </dsp:txBody>
      <dsp:txXfrm>
        <a:off x="0" y="1021453"/>
        <a:ext cx="6492875" cy="1020830"/>
      </dsp:txXfrm>
    </dsp:sp>
    <dsp:sp modelId="{2E86873B-F83C-4357-9709-AFC1A20BF91B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2BFE3-7CC7-4DDB-B24E-415334BEABC3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3.) The user </a:t>
          </a:r>
          <a:r>
            <a:rPr lang="en-US" sz="2300" b="1" kern="1200"/>
            <a:t>SHALL </a:t>
          </a:r>
          <a:r>
            <a:rPr lang="en-US" sz="2300" kern="1200"/>
            <a:t>be presented with a file management system after successfully logging in.</a:t>
          </a:r>
        </a:p>
      </dsp:txBody>
      <dsp:txXfrm>
        <a:off x="0" y="2042284"/>
        <a:ext cx="6492875" cy="1020830"/>
      </dsp:txXfrm>
    </dsp:sp>
    <dsp:sp modelId="{C7816B04-1994-46A5-B579-E636E9BEDD5B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accent2">
              <a:hueOff val="-2695471"/>
              <a:satOff val="18542"/>
              <a:lumOff val="2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E9B3C-80A3-4B37-8D92-424CFF9A7F8D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4.) The user </a:t>
          </a:r>
          <a:r>
            <a:rPr lang="en-US" sz="2300" b="1" kern="1200"/>
            <a:t>SHALL </a:t>
          </a:r>
          <a:r>
            <a:rPr lang="en-US" sz="2300" kern="1200"/>
            <a:t>be able to upload files in the file management system.</a:t>
          </a:r>
        </a:p>
      </dsp:txBody>
      <dsp:txXfrm>
        <a:off x="0" y="3063115"/>
        <a:ext cx="6492875" cy="1020830"/>
      </dsp:txXfrm>
    </dsp:sp>
    <dsp:sp modelId="{2E9D8246-8CE1-408E-8592-D265100CC980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4CA81-9E3E-48EA-9192-4A9C4D35FF01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5.) The user </a:t>
          </a:r>
          <a:r>
            <a:rPr lang="en-US" sz="2300" b="1" kern="1200"/>
            <a:t>SHALL </a:t>
          </a:r>
          <a:r>
            <a:rPr lang="en-US" sz="2300" kern="1200"/>
            <a:t>be able to share directories or folders.</a:t>
          </a:r>
        </a:p>
      </dsp:txBody>
      <dsp:txXfrm>
        <a:off x="0" y="4083946"/>
        <a:ext cx="6492875" cy="10208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5A4E0-7E1B-4DC1-9358-6341BFC6A7BC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40FEF-BAFE-4EA6-A512-A1EEA9F109FD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6.) The user </a:t>
          </a:r>
          <a:r>
            <a:rPr lang="en-US" sz="2600" b="1" kern="1200"/>
            <a:t>SHALL </a:t>
          </a:r>
          <a:r>
            <a:rPr lang="en-US" sz="2600" kern="1200"/>
            <a:t>be able to encrypt the files or contents that are being shared in transit.</a:t>
          </a:r>
        </a:p>
      </dsp:txBody>
      <dsp:txXfrm>
        <a:off x="0" y="623"/>
        <a:ext cx="6492875" cy="1020830"/>
      </dsp:txXfrm>
    </dsp:sp>
    <dsp:sp modelId="{D2106CD0-29E0-4889-AC0A-0DC2DD6946C2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accent2">
              <a:hueOff val="-898490"/>
              <a:satOff val="6181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83382-1BF4-4971-B296-32812AAC98CF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7.) The user </a:t>
          </a:r>
          <a:r>
            <a:rPr lang="en-US" sz="2600" b="1" kern="1200"/>
            <a:t>SHALL </a:t>
          </a:r>
          <a:r>
            <a:rPr lang="en-US" sz="2600" kern="1200"/>
            <a:t>be able to decrypt the files once they reach the client.</a:t>
          </a:r>
        </a:p>
      </dsp:txBody>
      <dsp:txXfrm>
        <a:off x="0" y="1021453"/>
        <a:ext cx="6492875" cy="1020830"/>
      </dsp:txXfrm>
    </dsp:sp>
    <dsp:sp modelId="{07EDD198-4E37-47F9-AC0C-06B992990E30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A5099-7D0A-4878-A510-1908C1F8CF3D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8.) The user </a:t>
          </a:r>
          <a:r>
            <a:rPr lang="en-US" sz="2600" b="1" kern="1200"/>
            <a:t>SHALL </a:t>
          </a:r>
          <a:r>
            <a:rPr lang="en-US" sz="2600" kern="1200"/>
            <a:t>be able to view file information via the web app.</a:t>
          </a:r>
        </a:p>
      </dsp:txBody>
      <dsp:txXfrm>
        <a:off x="0" y="2042284"/>
        <a:ext cx="6492875" cy="1020830"/>
      </dsp:txXfrm>
    </dsp:sp>
    <dsp:sp modelId="{02620B61-247F-48B7-B726-911DFE13EFC5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accent2">
              <a:hueOff val="-2695471"/>
              <a:satOff val="18542"/>
              <a:lumOff val="2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2DD0B-7136-42BD-B242-65E65C5B1130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9.) The user </a:t>
          </a:r>
          <a:r>
            <a:rPr lang="en-US" sz="2600" b="1" kern="1200"/>
            <a:t>SHALL </a:t>
          </a:r>
          <a:r>
            <a:rPr lang="en-US" sz="2600" kern="1200"/>
            <a:t>be able to manage properties of files within the system.</a:t>
          </a:r>
        </a:p>
      </dsp:txBody>
      <dsp:txXfrm>
        <a:off x="0" y="3063115"/>
        <a:ext cx="6492875" cy="1020830"/>
      </dsp:txXfrm>
    </dsp:sp>
    <dsp:sp modelId="{664FB2E4-045A-4673-BD54-D5638E25A8A8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44773-818D-4ACF-BE42-24C76BF340AC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10.) The user </a:t>
          </a:r>
          <a:r>
            <a:rPr lang="en-US" sz="2600" b="1" kern="1200"/>
            <a:t>SHALL </a:t>
          </a:r>
          <a:r>
            <a:rPr lang="en-US" sz="2600" kern="1200"/>
            <a:t>be able find files using a search function.</a:t>
          </a:r>
        </a:p>
      </dsp:txBody>
      <dsp:txXfrm>
        <a:off x="0" y="4083946"/>
        <a:ext cx="6492875" cy="10208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B25E0A-644D-4388-82CF-65A4513244AE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B5600-E004-452E-A6F0-526DC92A79A6}">
      <dsp:nvSpPr>
        <dsp:cNvPr id="0" name=""/>
        <dsp:cNvSpPr/>
      </dsp:nvSpPr>
      <dsp:spPr>
        <a:xfrm>
          <a:off x="0" y="623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11.) The user </a:t>
          </a:r>
          <a:r>
            <a:rPr lang="en-US" sz="1900" b="1" kern="1200"/>
            <a:t>SHALL </a:t>
          </a:r>
          <a:r>
            <a:rPr lang="en-US" sz="1900" kern="1200"/>
            <a:t>be able manage files.</a:t>
          </a:r>
        </a:p>
      </dsp:txBody>
      <dsp:txXfrm>
        <a:off x="0" y="623"/>
        <a:ext cx="6492875" cy="510415"/>
      </dsp:txXfrm>
    </dsp:sp>
    <dsp:sp modelId="{A7BA2CEA-4A94-41F7-BA7D-11692E42ECEE}">
      <dsp:nvSpPr>
        <dsp:cNvPr id="0" name=""/>
        <dsp:cNvSpPr/>
      </dsp:nvSpPr>
      <dsp:spPr>
        <a:xfrm>
          <a:off x="0" y="511038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4FFCA-8F6C-4DAB-A161-B4D5D194D45E}">
      <dsp:nvSpPr>
        <dsp:cNvPr id="0" name=""/>
        <dsp:cNvSpPr/>
      </dsp:nvSpPr>
      <dsp:spPr>
        <a:xfrm>
          <a:off x="0" y="511038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12.) The user </a:t>
          </a:r>
          <a:r>
            <a:rPr lang="en-US" sz="1900" b="1" kern="1200"/>
            <a:t>SHALL </a:t>
          </a:r>
          <a:r>
            <a:rPr lang="en-US" sz="1900" kern="1200"/>
            <a:t>be able to download files.</a:t>
          </a:r>
        </a:p>
      </dsp:txBody>
      <dsp:txXfrm>
        <a:off x="0" y="511038"/>
        <a:ext cx="6492875" cy="510415"/>
      </dsp:txXfrm>
    </dsp:sp>
    <dsp:sp modelId="{93D732F7-D194-472E-9009-958211160688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31D62-B405-4930-A795-C02C35F68DA1}">
      <dsp:nvSpPr>
        <dsp:cNvPr id="0" name=""/>
        <dsp:cNvSpPr/>
      </dsp:nvSpPr>
      <dsp:spPr>
        <a:xfrm>
          <a:off x="0" y="1021453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13.) The user </a:t>
          </a:r>
          <a:r>
            <a:rPr lang="en-US" sz="1900" b="1" kern="1200"/>
            <a:t>SHALL </a:t>
          </a:r>
          <a:r>
            <a:rPr lang="en-US" sz="1900" kern="1200"/>
            <a:t>be able to delete files.</a:t>
          </a:r>
        </a:p>
      </dsp:txBody>
      <dsp:txXfrm>
        <a:off x="0" y="1021453"/>
        <a:ext cx="6492875" cy="510415"/>
      </dsp:txXfrm>
    </dsp:sp>
    <dsp:sp modelId="{FDF1F4F8-6876-4574-AC36-FD44F2DA397A}">
      <dsp:nvSpPr>
        <dsp:cNvPr id="0" name=""/>
        <dsp:cNvSpPr/>
      </dsp:nvSpPr>
      <dsp:spPr>
        <a:xfrm>
          <a:off x="0" y="1531869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59750-8D52-4C38-9AFA-AA148E4D07BD}">
      <dsp:nvSpPr>
        <dsp:cNvPr id="0" name=""/>
        <dsp:cNvSpPr/>
      </dsp:nvSpPr>
      <dsp:spPr>
        <a:xfrm>
          <a:off x="0" y="1531869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14.) The user </a:t>
          </a:r>
          <a:r>
            <a:rPr lang="en-US" sz="1900" b="1" kern="1200"/>
            <a:t>SHALL </a:t>
          </a:r>
          <a:r>
            <a:rPr lang="en-US" sz="1900" kern="1200"/>
            <a:t>be able to share files.</a:t>
          </a:r>
        </a:p>
      </dsp:txBody>
      <dsp:txXfrm>
        <a:off x="0" y="1531869"/>
        <a:ext cx="6492875" cy="510415"/>
      </dsp:txXfrm>
    </dsp:sp>
    <dsp:sp modelId="{12F0559A-BC1C-4207-A652-75DE158F97BE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A60A3-12B4-43F9-ADE3-23DFEAB92D6F}">
      <dsp:nvSpPr>
        <dsp:cNvPr id="0" name=""/>
        <dsp:cNvSpPr/>
      </dsp:nvSpPr>
      <dsp:spPr>
        <a:xfrm>
          <a:off x="0" y="2042284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15.) The user </a:t>
          </a:r>
          <a:r>
            <a:rPr lang="en-US" sz="1900" b="1" kern="1200" dirty="0"/>
            <a:t>SHALL </a:t>
          </a:r>
          <a:r>
            <a:rPr lang="en-US" sz="1900" kern="1200" dirty="0"/>
            <a:t>be able to view file details.</a:t>
          </a:r>
        </a:p>
      </dsp:txBody>
      <dsp:txXfrm>
        <a:off x="0" y="2042284"/>
        <a:ext cx="6492875" cy="510415"/>
      </dsp:txXfrm>
    </dsp:sp>
    <dsp:sp modelId="{927A0D59-A330-40DA-A2D2-D348647B3F1D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5E9FA-21ED-44C3-94EE-4EDFDCEB48A2}">
      <dsp:nvSpPr>
        <dsp:cNvPr id="0" name=""/>
        <dsp:cNvSpPr/>
      </dsp:nvSpPr>
      <dsp:spPr>
        <a:xfrm>
          <a:off x="0" y="2552700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16.) The user </a:t>
          </a:r>
          <a:r>
            <a:rPr lang="en-US" sz="1900" b="1" kern="1200" dirty="0"/>
            <a:t>SHALL </a:t>
          </a:r>
          <a:r>
            <a:rPr lang="en-US" sz="1900" kern="1200" dirty="0"/>
            <a:t>be able to view the location of files.</a:t>
          </a:r>
        </a:p>
      </dsp:txBody>
      <dsp:txXfrm>
        <a:off x="0" y="2552700"/>
        <a:ext cx="6492875" cy="510415"/>
      </dsp:txXfrm>
    </dsp:sp>
    <dsp:sp modelId="{F22116FF-8D27-45F4-A1F1-1CC344AF4E06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7EAF0-9F77-42E7-A1F3-178ECCFA56FA}">
      <dsp:nvSpPr>
        <dsp:cNvPr id="0" name=""/>
        <dsp:cNvSpPr/>
      </dsp:nvSpPr>
      <dsp:spPr>
        <a:xfrm>
          <a:off x="0" y="3063115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17.) The user </a:t>
          </a:r>
          <a:r>
            <a:rPr lang="en-US" sz="1900" b="1" kern="1200"/>
            <a:t>SHALL </a:t>
          </a:r>
          <a:r>
            <a:rPr lang="en-US" sz="1900" kern="1200"/>
            <a:t>be able to delete shared files.</a:t>
          </a:r>
        </a:p>
      </dsp:txBody>
      <dsp:txXfrm>
        <a:off x="0" y="3063115"/>
        <a:ext cx="6492875" cy="510415"/>
      </dsp:txXfrm>
    </dsp:sp>
    <dsp:sp modelId="{123A5EB3-95C7-4A94-B26B-AE9C2B937D10}">
      <dsp:nvSpPr>
        <dsp:cNvPr id="0" name=""/>
        <dsp:cNvSpPr/>
      </dsp:nvSpPr>
      <dsp:spPr>
        <a:xfrm>
          <a:off x="0" y="3573530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21A42-A35D-452D-BD1F-61BC3B3AD0C6}">
      <dsp:nvSpPr>
        <dsp:cNvPr id="0" name=""/>
        <dsp:cNvSpPr/>
      </dsp:nvSpPr>
      <dsp:spPr>
        <a:xfrm>
          <a:off x="0" y="3573530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18.) The user </a:t>
          </a:r>
          <a:r>
            <a:rPr lang="en-US" sz="1900" b="1" kern="1200" dirty="0"/>
            <a:t>SHALL </a:t>
          </a:r>
          <a:r>
            <a:rPr lang="en-US" sz="1900" kern="1200" dirty="0"/>
            <a:t>be able to set up the system to be closed.</a:t>
          </a:r>
        </a:p>
      </dsp:txBody>
      <dsp:txXfrm>
        <a:off x="0" y="3573530"/>
        <a:ext cx="6492875" cy="510415"/>
      </dsp:txXfrm>
    </dsp:sp>
    <dsp:sp modelId="{91F98533-0B89-49A8-A74C-537F7AB0F977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FD2A7-D630-428A-BA1A-0FB37564CEC3}">
      <dsp:nvSpPr>
        <dsp:cNvPr id="0" name=""/>
        <dsp:cNvSpPr/>
      </dsp:nvSpPr>
      <dsp:spPr>
        <a:xfrm>
          <a:off x="0" y="4083946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19.) The user </a:t>
          </a:r>
          <a:r>
            <a:rPr lang="en-US" sz="1900" b="1" kern="1200" dirty="0"/>
            <a:t>SHALL</a:t>
          </a:r>
          <a:r>
            <a:rPr lang="en-US" sz="1900" kern="1200" dirty="0"/>
            <a:t> be able to grant file access permissions</a:t>
          </a:r>
        </a:p>
      </dsp:txBody>
      <dsp:txXfrm>
        <a:off x="0" y="4083946"/>
        <a:ext cx="6492875" cy="510415"/>
      </dsp:txXfrm>
    </dsp:sp>
    <dsp:sp modelId="{9C558074-730D-4ED0-BF4B-C3EE4515A068}">
      <dsp:nvSpPr>
        <dsp:cNvPr id="0" name=""/>
        <dsp:cNvSpPr/>
      </dsp:nvSpPr>
      <dsp:spPr>
        <a:xfrm>
          <a:off x="0" y="4594361"/>
          <a:ext cx="64928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04A0F-F893-4E34-A016-892BC4178EF9}">
      <dsp:nvSpPr>
        <dsp:cNvPr id="0" name=""/>
        <dsp:cNvSpPr/>
      </dsp:nvSpPr>
      <dsp:spPr>
        <a:xfrm>
          <a:off x="0" y="4594361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20.) The user </a:t>
          </a:r>
          <a:r>
            <a:rPr lang="en-US" sz="1900" b="1" kern="1200" dirty="0"/>
            <a:t>SHALL</a:t>
          </a:r>
          <a:r>
            <a:rPr lang="en-US" sz="1900" kern="1200" dirty="0"/>
            <a:t> be able to revoke file access permissions</a:t>
          </a:r>
        </a:p>
      </dsp:txBody>
      <dsp:txXfrm>
        <a:off x="0" y="4594361"/>
        <a:ext cx="6492875" cy="510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7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5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0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6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8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8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9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5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3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8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27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40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83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15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2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2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69E7492-0CC5-4036-AF7B-9AA0E4ADB9E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B049D7-9CDD-4FFA-A3CA-E6EDCF1F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9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2C32-44ED-73BD-4713-C3FAB1A09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GuardCloud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0B55B-1A48-18FD-0C70-97908F6FC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High Level Requirements</a:t>
            </a:r>
          </a:p>
          <a:p>
            <a:endParaRPr lang="en-US" dirty="0"/>
          </a:p>
          <a:p>
            <a:r>
              <a:rPr lang="en-US" dirty="0" err="1"/>
              <a:t>Haron</a:t>
            </a:r>
            <a:r>
              <a:rPr lang="en-US" dirty="0"/>
              <a:t> Taher &amp; Anthony Vasquez</a:t>
            </a:r>
          </a:p>
        </p:txBody>
      </p:sp>
    </p:spTree>
    <p:extLst>
      <p:ext uri="{BB962C8B-B14F-4D97-AF65-F5344CB8AC3E}">
        <p14:creationId xmlns:p14="http://schemas.microsoft.com/office/powerpoint/2010/main" val="120659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A2A5F-465D-4BC0-3750-9F56602B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Requirements pt.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AD896EC-18C6-4184-4E0B-7B911D014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22841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850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80395-F9E5-D256-9351-3B61892F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Requirements pt. 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F92CA5-10B5-E497-F194-69CFFE22B8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532699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6982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96FF7-ABF7-77EF-08C7-F4492AC3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Requirements pt. 3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9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1BC91459-F976-228E-0925-0DA6E3C39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630722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1926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71</TotalTime>
  <Words>309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Corbel</vt:lpstr>
      <vt:lpstr>Parallax</vt:lpstr>
      <vt:lpstr>GuardCloud</vt:lpstr>
      <vt:lpstr>Requirements pt. 1</vt:lpstr>
      <vt:lpstr>Requirements pt. 2</vt:lpstr>
      <vt:lpstr>Requirements pt.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Estes</dc:creator>
  <cp:lastModifiedBy>Taher, Haron</cp:lastModifiedBy>
  <cp:revision>4</cp:revision>
  <dcterms:created xsi:type="dcterms:W3CDTF">2025-03-07T08:56:04Z</dcterms:created>
  <dcterms:modified xsi:type="dcterms:W3CDTF">2025-03-07T10:15:34Z</dcterms:modified>
</cp:coreProperties>
</file>